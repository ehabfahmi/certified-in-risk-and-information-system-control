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29"/>
  </p:notesMasterIdLst>
  <p:sldIdLst>
    <p:sldId id="277" r:id="rId4"/>
    <p:sldId id="2054" r:id="rId5"/>
    <p:sldId id="2053" r:id="rId6"/>
    <p:sldId id="2099" r:id="rId7"/>
    <p:sldId id="2095" r:id="rId8"/>
    <p:sldId id="2059" r:id="rId9"/>
    <p:sldId id="256" r:id="rId10"/>
    <p:sldId id="2071" r:id="rId11"/>
    <p:sldId id="2100" r:id="rId12"/>
    <p:sldId id="2101" r:id="rId13"/>
    <p:sldId id="2102" r:id="rId14"/>
    <p:sldId id="2103" r:id="rId15"/>
    <p:sldId id="2104" r:id="rId16"/>
    <p:sldId id="2061" r:id="rId17"/>
    <p:sldId id="2065" r:id="rId18"/>
    <p:sldId id="2105" r:id="rId19"/>
    <p:sldId id="2091" r:id="rId20"/>
    <p:sldId id="2092" r:id="rId21"/>
    <p:sldId id="2097" r:id="rId22"/>
    <p:sldId id="2096" r:id="rId23"/>
    <p:sldId id="2098" r:id="rId24"/>
    <p:sldId id="2093" r:id="rId25"/>
    <p:sldId id="2075" r:id="rId26"/>
    <p:sldId id="2076" r:id="rId27"/>
    <p:sldId id="207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73" autoAdjust="0"/>
    <p:restoredTop sz="94660"/>
  </p:normalViewPr>
  <p:slideViewPr>
    <p:cSldViewPr snapToGrid="0">
      <p:cViewPr varScale="1">
        <p:scale>
          <a:sx n="123" d="100"/>
          <a:sy n="123" d="100"/>
        </p:scale>
        <p:origin x="102"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051FF4-8314-4F2E-8E7B-90ED9BE04319}" type="datetimeFigureOut">
              <a:rPr lang="en-US" smtClean="0"/>
              <a:t>7/28/2023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545C7C-3788-4FAA-B278-5064FB046E87}" type="slidenum">
              <a:rPr lang="en-US" smtClean="0"/>
              <a:t>‹#›</a:t>
            </a:fld>
            <a:endParaRPr lang="en-US"/>
          </a:p>
        </p:txBody>
      </p:sp>
    </p:spTree>
    <p:extLst>
      <p:ext uri="{BB962C8B-B14F-4D97-AF65-F5344CB8AC3E}">
        <p14:creationId xmlns:p14="http://schemas.microsoft.com/office/powerpoint/2010/main" val="1950465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FF7759-803D-4F76-9AEC-98B2D9A07B0D}"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3"/>
          <p:cNvSpPr>
            <a:spLocks noGrp="1" noChangeArrowheads="1"/>
          </p:cNvSpPr>
          <p:nvPr>
            <p:ph type="dt" sz="quarter" idx="1"/>
          </p:nvPr>
        </p:nvSpPr>
        <p:spPr>
          <a:xfrm>
            <a:off x="264815" y="186684"/>
            <a:ext cx="1955088" cy="485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Course 20410B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36699"/>
                </a:solidFill>
                <a:effectLst/>
                <a:uLnTx/>
                <a:uFillTx/>
                <a:latin typeface="Arial" pitchFamily="34" charset="0"/>
                <a:ea typeface="+mn-ea"/>
                <a:cs typeface="Arial" pitchFamily="34" charset="0"/>
              </a:rPr>
              <a:t>Module</a:t>
            </a:r>
            <a:r>
              <a:rPr kumimoji="0" lang="en-US" sz="1200" b="1" i="0" u="none" strike="noStrike" kern="1200" cap="none" spc="0" normalizeH="0" baseline="0" noProof="0" dirty="0">
                <a:ln>
                  <a:noFill/>
                </a:ln>
                <a:solidFill>
                  <a:prstClr val="black"/>
                </a:solidFill>
                <a:effectLst/>
                <a:uLnTx/>
                <a:uFillTx/>
                <a:latin typeface="Arial" pitchFamily="34" charset="0"/>
                <a:ea typeface="+mn-ea"/>
                <a:cs typeface="Arial" pitchFamily="34" charset="0"/>
              </a:rPr>
              <a:t> </a:t>
            </a:r>
            <a:r>
              <a:rPr kumimoji="0" lang="en-US" sz="1200" b="1" i="0" u="none" strike="noStrike" kern="1200" cap="none" spc="0" normalizeH="0" baseline="0" noProof="0" dirty="0">
                <a:ln>
                  <a:noFill/>
                </a:ln>
                <a:solidFill>
                  <a:srgbClr val="336699"/>
                </a:solidFill>
                <a:effectLst/>
                <a:uLnTx/>
                <a:uFillTx/>
                <a:latin typeface="Arial" pitchFamily="34" charset="0"/>
                <a:ea typeface="+mn-ea"/>
                <a:cs typeface="Arial" pitchFamily="34" charset="0"/>
              </a:rPr>
              <a:t>0: Introduction</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83569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45C7C-3788-4FAA-B278-5064FB046E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8243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4F0DD-A8F3-3DC3-3314-0EA7390354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A9A621-23B6-DE25-7602-BBB85822E8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0635FE-3003-9413-5ED3-40EC95AC071A}"/>
              </a:ext>
            </a:extLst>
          </p:cNvPr>
          <p:cNvSpPr>
            <a:spLocks noGrp="1"/>
          </p:cNvSpPr>
          <p:nvPr>
            <p:ph type="dt" sz="half" idx="10"/>
          </p:nvPr>
        </p:nvSpPr>
        <p:spPr/>
        <p:txBody>
          <a:bodyPr/>
          <a:lstStyle/>
          <a:p>
            <a:fld id="{0FB53463-9E3A-4553-8B91-DD50E5D89E42}" type="datetimeFigureOut">
              <a:rPr lang="en-US" smtClean="0"/>
              <a:t>7/28/2023</a:t>
            </a:fld>
            <a:endParaRPr lang="en-US"/>
          </a:p>
        </p:txBody>
      </p:sp>
      <p:sp>
        <p:nvSpPr>
          <p:cNvPr id="5" name="Footer Placeholder 4">
            <a:extLst>
              <a:ext uri="{FF2B5EF4-FFF2-40B4-BE49-F238E27FC236}">
                <a16:creationId xmlns:a16="http://schemas.microsoft.com/office/drawing/2014/main" id="{EE947835-0C7A-9DB7-3906-9A1750987E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444F1F-0EE3-0791-7CD0-AFED1FBCDACF}"/>
              </a:ext>
            </a:extLst>
          </p:cNvPr>
          <p:cNvSpPr>
            <a:spLocks noGrp="1"/>
          </p:cNvSpPr>
          <p:nvPr>
            <p:ph type="sldNum" sz="quarter" idx="12"/>
          </p:nvPr>
        </p:nvSpPr>
        <p:spPr/>
        <p:txBody>
          <a:bodyPr/>
          <a:lstStyle/>
          <a:p>
            <a:fld id="{E2D3CE09-E2D1-4794-89E2-C36D2376AA2F}" type="slidenum">
              <a:rPr lang="en-US" smtClean="0"/>
              <a:t>‹#›</a:t>
            </a:fld>
            <a:endParaRPr lang="en-US"/>
          </a:p>
        </p:txBody>
      </p:sp>
    </p:spTree>
    <p:extLst>
      <p:ext uri="{BB962C8B-B14F-4D97-AF65-F5344CB8AC3E}">
        <p14:creationId xmlns:p14="http://schemas.microsoft.com/office/powerpoint/2010/main" val="2128152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2960-0400-5751-F098-4FBAD647B2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511F29-7683-4F74-180D-32625B2777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CA7B59-55B0-A703-8268-96A0E2A4AEDA}"/>
              </a:ext>
            </a:extLst>
          </p:cNvPr>
          <p:cNvSpPr>
            <a:spLocks noGrp="1"/>
          </p:cNvSpPr>
          <p:nvPr>
            <p:ph type="dt" sz="half" idx="10"/>
          </p:nvPr>
        </p:nvSpPr>
        <p:spPr/>
        <p:txBody>
          <a:bodyPr/>
          <a:lstStyle/>
          <a:p>
            <a:fld id="{0FB53463-9E3A-4553-8B91-DD50E5D89E42}" type="datetimeFigureOut">
              <a:rPr lang="en-US" smtClean="0"/>
              <a:t>7/28/2023</a:t>
            </a:fld>
            <a:endParaRPr lang="en-US"/>
          </a:p>
        </p:txBody>
      </p:sp>
      <p:sp>
        <p:nvSpPr>
          <p:cNvPr id="5" name="Footer Placeholder 4">
            <a:extLst>
              <a:ext uri="{FF2B5EF4-FFF2-40B4-BE49-F238E27FC236}">
                <a16:creationId xmlns:a16="http://schemas.microsoft.com/office/drawing/2014/main" id="{4CAEF6CB-3A79-6749-87E5-964E654829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6544C1-9D8D-2F95-A9BD-360B34D29353}"/>
              </a:ext>
            </a:extLst>
          </p:cNvPr>
          <p:cNvSpPr>
            <a:spLocks noGrp="1"/>
          </p:cNvSpPr>
          <p:nvPr>
            <p:ph type="sldNum" sz="quarter" idx="12"/>
          </p:nvPr>
        </p:nvSpPr>
        <p:spPr/>
        <p:txBody>
          <a:bodyPr/>
          <a:lstStyle/>
          <a:p>
            <a:fld id="{E2D3CE09-E2D1-4794-89E2-C36D2376AA2F}" type="slidenum">
              <a:rPr lang="en-US" smtClean="0"/>
              <a:t>‹#›</a:t>
            </a:fld>
            <a:endParaRPr lang="en-US"/>
          </a:p>
        </p:txBody>
      </p:sp>
    </p:spTree>
    <p:extLst>
      <p:ext uri="{BB962C8B-B14F-4D97-AF65-F5344CB8AC3E}">
        <p14:creationId xmlns:p14="http://schemas.microsoft.com/office/powerpoint/2010/main" val="186437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B360D-421E-B492-2048-FE95968774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4B7E02-C352-342C-B3BA-4051C70AF48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0E6F47-9D38-0E33-2B4D-160AD5EC38C3}"/>
              </a:ext>
            </a:extLst>
          </p:cNvPr>
          <p:cNvSpPr>
            <a:spLocks noGrp="1"/>
          </p:cNvSpPr>
          <p:nvPr>
            <p:ph type="dt" sz="half" idx="10"/>
          </p:nvPr>
        </p:nvSpPr>
        <p:spPr/>
        <p:txBody>
          <a:bodyPr/>
          <a:lstStyle/>
          <a:p>
            <a:fld id="{0FB53463-9E3A-4553-8B91-DD50E5D89E42}" type="datetimeFigureOut">
              <a:rPr lang="en-US" smtClean="0"/>
              <a:t>7/28/2023</a:t>
            </a:fld>
            <a:endParaRPr lang="en-US"/>
          </a:p>
        </p:txBody>
      </p:sp>
      <p:sp>
        <p:nvSpPr>
          <p:cNvPr id="5" name="Footer Placeholder 4">
            <a:extLst>
              <a:ext uri="{FF2B5EF4-FFF2-40B4-BE49-F238E27FC236}">
                <a16:creationId xmlns:a16="http://schemas.microsoft.com/office/drawing/2014/main" id="{A8653097-A0A3-4E4E-CB7C-070E31236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A48166-E8F5-9910-6546-6CA6FA71FBB6}"/>
              </a:ext>
            </a:extLst>
          </p:cNvPr>
          <p:cNvSpPr>
            <a:spLocks noGrp="1"/>
          </p:cNvSpPr>
          <p:nvPr>
            <p:ph type="sldNum" sz="quarter" idx="12"/>
          </p:nvPr>
        </p:nvSpPr>
        <p:spPr/>
        <p:txBody>
          <a:bodyPr/>
          <a:lstStyle/>
          <a:p>
            <a:fld id="{E2D3CE09-E2D1-4794-89E2-C36D2376AA2F}" type="slidenum">
              <a:rPr lang="en-US" smtClean="0"/>
              <a:t>‹#›</a:t>
            </a:fld>
            <a:endParaRPr lang="en-US"/>
          </a:p>
        </p:txBody>
      </p:sp>
    </p:spTree>
    <p:extLst>
      <p:ext uri="{BB962C8B-B14F-4D97-AF65-F5344CB8AC3E}">
        <p14:creationId xmlns:p14="http://schemas.microsoft.com/office/powerpoint/2010/main" val="1212528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74BF9-94E2-EA4D-3C6B-59B8BCE13F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780F8E-7926-CDF8-DE74-90E81A431B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804E3D-B990-9162-5B1F-E5718203E9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F44855-3A30-7E4B-0734-41057F004B45}"/>
              </a:ext>
            </a:extLst>
          </p:cNvPr>
          <p:cNvSpPr>
            <a:spLocks noGrp="1"/>
          </p:cNvSpPr>
          <p:nvPr>
            <p:ph type="dt" sz="half" idx="10"/>
          </p:nvPr>
        </p:nvSpPr>
        <p:spPr/>
        <p:txBody>
          <a:bodyPr/>
          <a:lstStyle/>
          <a:p>
            <a:fld id="{0FB53463-9E3A-4553-8B91-DD50E5D89E42}" type="datetimeFigureOut">
              <a:rPr lang="en-US" smtClean="0"/>
              <a:t>7/28/2023</a:t>
            </a:fld>
            <a:endParaRPr lang="en-US"/>
          </a:p>
        </p:txBody>
      </p:sp>
      <p:sp>
        <p:nvSpPr>
          <p:cNvPr id="6" name="Footer Placeholder 5">
            <a:extLst>
              <a:ext uri="{FF2B5EF4-FFF2-40B4-BE49-F238E27FC236}">
                <a16:creationId xmlns:a16="http://schemas.microsoft.com/office/drawing/2014/main" id="{C5FA3AA5-4AA5-8EDC-EF8D-22E674EA06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95B34A-8BBA-2913-89CB-8054574504A6}"/>
              </a:ext>
            </a:extLst>
          </p:cNvPr>
          <p:cNvSpPr>
            <a:spLocks noGrp="1"/>
          </p:cNvSpPr>
          <p:nvPr>
            <p:ph type="sldNum" sz="quarter" idx="12"/>
          </p:nvPr>
        </p:nvSpPr>
        <p:spPr/>
        <p:txBody>
          <a:bodyPr/>
          <a:lstStyle/>
          <a:p>
            <a:fld id="{E2D3CE09-E2D1-4794-89E2-C36D2376AA2F}" type="slidenum">
              <a:rPr lang="en-US" smtClean="0"/>
              <a:t>‹#›</a:t>
            </a:fld>
            <a:endParaRPr lang="en-US"/>
          </a:p>
        </p:txBody>
      </p:sp>
    </p:spTree>
    <p:extLst>
      <p:ext uri="{BB962C8B-B14F-4D97-AF65-F5344CB8AC3E}">
        <p14:creationId xmlns:p14="http://schemas.microsoft.com/office/powerpoint/2010/main" val="3856510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9EA06-BB57-48B7-1531-FD2C90B63D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F8D0E2-1F60-5940-A202-A2D5B897D4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B1F5622-9F57-A8D5-9676-4B543239E4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1DB75CB-0BB1-1F80-0D80-32C400F8FC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8CD17A-67C9-0727-A8B3-A2F4DDC682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8EE01BC-AF3E-FBE9-0224-529BC3638E09}"/>
              </a:ext>
            </a:extLst>
          </p:cNvPr>
          <p:cNvSpPr>
            <a:spLocks noGrp="1"/>
          </p:cNvSpPr>
          <p:nvPr>
            <p:ph type="dt" sz="half" idx="10"/>
          </p:nvPr>
        </p:nvSpPr>
        <p:spPr/>
        <p:txBody>
          <a:bodyPr/>
          <a:lstStyle/>
          <a:p>
            <a:fld id="{0FB53463-9E3A-4553-8B91-DD50E5D89E42}" type="datetimeFigureOut">
              <a:rPr lang="en-US" smtClean="0"/>
              <a:t>7/28/2023</a:t>
            </a:fld>
            <a:endParaRPr lang="en-US"/>
          </a:p>
        </p:txBody>
      </p:sp>
      <p:sp>
        <p:nvSpPr>
          <p:cNvPr id="8" name="Footer Placeholder 7">
            <a:extLst>
              <a:ext uri="{FF2B5EF4-FFF2-40B4-BE49-F238E27FC236}">
                <a16:creationId xmlns:a16="http://schemas.microsoft.com/office/drawing/2014/main" id="{6E51A072-57FE-7EBD-48F3-DD8E63A321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14984E-88DD-AAB3-5176-EE695BA6706B}"/>
              </a:ext>
            </a:extLst>
          </p:cNvPr>
          <p:cNvSpPr>
            <a:spLocks noGrp="1"/>
          </p:cNvSpPr>
          <p:nvPr>
            <p:ph type="sldNum" sz="quarter" idx="12"/>
          </p:nvPr>
        </p:nvSpPr>
        <p:spPr/>
        <p:txBody>
          <a:bodyPr/>
          <a:lstStyle/>
          <a:p>
            <a:fld id="{E2D3CE09-E2D1-4794-89E2-C36D2376AA2F}" type="slidenum">
              <a:rPr lang="en-US" smtClean="0"/>
              <a:t>‹#›</a:t>
            </a:fld>
            <a:endParaRPr lang="en-US"/>
          </a:p>
        </p:txBody>
      </p:sp>
    </p:spTree>
    <p:extLst>
      <p:ext uri="{BB962C8B-B14F-4D97-AF65-F5344CB8AC3E}">
        <p14:creationId xmlns:p14="http://schemas.microsoft.com/office/powerpoint/2010/main" val="975983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5A395-D668-0A59-3E57-4C1F89BCDD3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B6975F-7F07-12C0-6922-C0213CEF1A88}"/>
              </a:ext>
            </a:extLst>
          </p:cNvPr>
          <p:cNvSpPr>
            <a:spLocks noGrp="1"/>
          </p:cNvSpPr>
          <p:nvPr>
            <p:ph type="dt" sz="half" idx="10"/>
          </p:nvPr>
        </p:nvSpPr>
        <p:spPr/>
        <p:txBody>
          <a:bodyPr/>
          <a:lstStyle/>
          <a:p>
            <a:fld id="{0FB53463-9E3A-4553-8B91-DD50E5D89E42}" type="datetimeFigureOut">
              <a:rPr lang="en-US" smtClean="0"/>
              <a:t>7/28/2023</a:t>
            </a:fld>
            <a:endParaRPr lang="en-US"/>
          </a:p>
        </p:txBody>
      </p:sp>
      <p:sp>
        <p:nvSpPr>
          <p:cNvPr id="4" name="Footer Placeholder 3">
            <a:extLst>
              <a:ext uri="{FF2B5EF4-FFF2-40B4-BE49-F238E27FC236}">
                <a16:creationId xmlns:a16="http://schemas.microsoft.com/office/drawing/2014/main" id="{14B3608F-B0DD-D34D-3E1C-C35AE4877A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93B5577-714F-A1C6-8296-89256D12EAC2}"/>
              </a:ext>
            </a:extLst>
          </p:cNvPr>
          <p:cNvSpPr>
            <a:spLocks noGrp="1"/>
          </p:cNvSpPr>
          <p:nvPr>
            <p:ph type="sldNum" sz="quarter" idx="12"/>
          </p:nvPr>
        </p:nvSpPr>
        <p:spPr/>
        <p:txBody>
          <a:bodyPr/>
          <a:lstStyle/>
          <a:p>
            <a:fld id="{E2D3CE09-E2D1-4794-89E2-C36D2376AA2F}" type="slidenum">
              <a:rPr lang="en-US" smtClean="0"/>
              <a:t>‹#›</a:t>
            </a:fld>
            <a:endParaRPr lang="en-US"/>
          </a:p>
        </p:txBody>
      </p:sp>
    </p:spTree>
    <p:extLst>
      <p:ext uri="{BB962C8B-B14F-4D97-AF65-F5344CB8AC3E}">
        <p14:creationId xmlns:p14="http://schemas.microsoft.com/office/powerpoint/2010/main" val="451938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7E2DC7-954C-C6E6-6680-4502704C44BA}"/>
              </a:ext>
            </a:extLst>
          </p:cNvPr>
          <p:cNvSpPr>
            <a:spLocks noGrp="1"/>
          </p:cNvSpPr>
          <p:nvPr>
            <p:ph type="dt" sz="half" idx="10"/>
          </p:nvPr>
        </p:nvSpPr>
        <p:spPr/>
        <p:txBody>
          <a:bodyPr/>
          <a:lstStyle/>
          <a:p>
            <a:fld id="{0FB53463-9E3A-4553-8B91-DD50E5D89E42}" type="datetimeFigureOut">
              <a:rPr lang="en-US" smtClean="0"/>
              <a:t>7/28/2023</a:t>
            </a:fld>
            <a:endParaRPr lang="en-US"/>
          </a:p>
        </p:txBody>
      </p:sp>
      <p:sp>
        <p:nvSpPr>
          <p:cNvPr id="3" name="Footer Placeholder 2">
            <a:extLst>
              <a:ext uri="{FF2B5EF4-FFF2-40B4-BE49-F238E27FC236}">
                <a16:creationId xmlns:a16="http://schemas.microsoft.com/office/drawing/2014/main" id="{FCF05935-006D-E1B8-B938-0CD9E3985E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8D6684E-D7B4-CEE0-B2C9-2EFD15565D39}"/>
              </a:ext>
            </a:extLst>
          </p:cNvPr>
          <p:cNvSpPr>
            <a:spLocks noGrp="1"/>
          </p:cNvSpPr>
          <p:nvPr>
            <p:ph type="sldNum" sz="quarter" idx="12"/>
          </p:nvPr>
        </p:nvSpPr>
        <p:spPr/>
        <p:txBody>
          <a:bodyPr/>
          <a:lstStyle/>
          <a:p>
            <a:fld id="{E2D3CE09-E2D1-4794-89E2-C36D2376AA2F}" type="slidenum">
              <a:rPr lang="en-US" smtClean="0"/>
              <a:t>‹#›</a:t>
            </a:fld>
            <a:endParaRPr lang="en-US"/>
          </a:p>
        </p:txBody>
      </p:sp>
    </p:spTree>
    <p:extLst>
      <p:ext uri="{BB962C8B-B14F-4D97-AF65-F5344CB8AC3E}">
        <p14:creationId xmlns:p14="http://schemas.microsoft.com/office/powerpoint/2010/main" val="4197337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4DCF2-788A-84D6-CD2A-86679EC290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20422C-51A1-7C6B-9B56-A0E6542C38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16B696-D2FE-58A4-4112-2DE1040150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201FEF-8163-1DCD-D242-69C5A0324C58}"/>
              </a:ext>
            </a:extLst>
          </p:cNvPr>
          <p:cNvSpPr>
            <a:spLocks noGrp="1"/>
          </p:cNvSpPr>
          <p:nvPr>
            <p:ph type="dt" sz="half" idx="10"/>
          </p:nvPr>
        </p:nvSpPr>
        <p:spPr/>
        <p:txBody>
          <a:bodyPr/>
          <a:lstStyle/>
          <a:p>
            <a:fld id="{0FB53463-9E3A-4553-8B91-DD50E5D89E42}" type="datetimeFigureOut">
              <a:rPr lang="en-US" smtClean="0"/>
              <a:t>7/28/2023</a:t>
            </a:fld>
            <a:endParaRPr lang="en-US"/>
          </a:p>
        </p:txBody>
      </p:sp>
      <p:sp>
        <p:nvSpPr>
          <p:cNvPr id="6" name="Footer Placeholder 5">
            <a:extLst>
              <a:ext uri="{FF2B5EF4-FFF2-40B4-BE49-F238E27FC236}">
                <a16:creationId xmlns:a16="http://schemas.microsoft.com/office/drawing/2014/main" id="{8CB14CB9-EA9D-3900-2552-BF32C970BB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E63F54-0998-C7E8-411D-E28F6CF098FF}"/>
              </a:ext>
            </a:extLst>
          </p:cNvPr>
          <p:cNvSpPr>
            <a:spLocks noGrp="1"/>
          </p:cNvSpPr>
          <p:nvPr>
            <p:ph type="sldNum" sz="quarter" idx="12"/>
          </p:nvPr>
        </p:nvSpPr>
        <p:spPr/>
        <p:txBody>
          <a:bodyPr/>
          <a:lstStyle/>
          <a:p>
            <a:fld id="{E2D3CE09-E2D1-4794-89E2-C36D2376AA2F}" type="slidenum">
              <a:rPr lang="en-US" smtClean="0"/>
              <a:t>‹#›</a:t>
            </a:fld>
            <a:endParaRPr lang="en-US"/>
          </a:p>
        </p:txBody>
      </p:sp>
    </p:spTree>
    <p:extLst>
      <p:ext uri="{BB962C8B-B14F-4D97-AF65-F5344CB8AC3E}">
        <p14:creationId xmlns:p14="http://schemas.microsoft.com/office/powerpoint/2010/main" val="223981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E6A87-625D-3431-7DA0-7AB256698D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70F967-AAAC-0C5B-A3CF-487A327ED6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E581BB-A9F2-0825-27EB-B406DE858D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E0E7EE-5442-17C3-FC8E-4EB207B55EA2}"/>
              </a:ext>
            </a:extLst>
          </p:cNvPr>
          <p:cNvSpPr>
            <a:spLocks noGrp="1"/>
          </p:cNvSpPr>
          <p:nvPr>
            <p:ph type="dt" sz="half" idx="10"/>
          </p:nvPr>
        </p:nvSpPr>
        <p:spPr/>
        <p:txBody>
          <a:bodyPr/>
          <a:lstStyle/>
          <a:p>
            <a:fld id="{0FB53463-9E3A-4553-8B91-DD50E5D89E42}" type="datetimeFigureOut">
              <a:rPr lang="en-US" smtClean="0"/>
              <a:t>7/28/2023</a:t>
            </a:fld>
            <a:endParaRPr lang="en-US"/>
          </a:p>
        </p:txBody>
      </p:sp>
      <p:sp>
        <p:nvSpPr>
          <p:cNvPr id="6" name="Footer Placeholder 5">
            <a:extLst>
              <a:ext uri="{FF2B5EF4-FFF2-40B4-BE49-F238E27FC236}">
                <a16:creationId xmlns:a16="http://schemas.microsoft.com/office/drawing/2014/main" id="{54A8783F-3C06-A7A9-B862-4D545A4D67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AAF211-C378-ADD7-DE83-C9009BA818D0}"/>
              </a:ext>
            </a:extLst>
          </p:cNvPr>
          <p:cNvSpPr>
            <a:spLocks noGrp="1"/>
          </p:cNvSpPr>
          <p:nvPr>
            <p:ph type="sldNum" sz="quarter" idx="12"/>
          </p:nvPr>
        </p:nvSpPr>
        <p:spPr/>
        <p:txBody>
          <a:bodyPr/>
          <a:lstStyle/>
          <a:p>
            <a:fld id="{E2D3CE09-E2D1-4794-89E2-C36D2376AA2F}" type="slidenum">
              <a:rPr lang="en-US" smtClean="0"/>
              <a:t>‹#›</a:t>
            </a:fld>
            <a:endParaRPr lang="en-US"/>
          </a:p>
        </p:txBody>
      </p:sp>
    </p:spTree>
    <p:extLst>
      <p:ext uri="{BB962C8B-B14F-4D97-AF65-F5344CB8AC3E}">
        <p14:creationId xmlns:p14="http://schemas.microsoft.com/office/powerpoint/2010/main" val="2836747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B3A46-3D60-529C-A5D5-6A87975E1A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CFF70-74DE-72E2-3272-FA8ADD1202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28DE48-7124-4228-A92B-0AF4F7D01533}"/>
              </a:ext>
            </a:extLst>
          </p:cNvPr>
          <p:cNvSpPr>
            <a:spLocks noGrp="1"/>
          </p:cNvSpPr>
          <p:nvPr>
            <p:ph type="dt" sz="half" idx="10"/>
          </p:nvPr>
        </p:nvSpPr>
        <p:spPr/>
        <p:txBody>
          <a:bodyPr/>
          <a:lstStyle/>
          <a:p>
            <a:fld id="{0FB53463-9E3A-4553-8B91-DD50E5D89E42}" type="datetimeFigureOut">
              <a:rPr lang="en-US" smtClean="0"/>
              <a:t>7/28/2023</a:t>
            </a:fld>
            <a:endParaRPr lang="en-US"/>
          </a:p>
        </p:txBody>
      </p:sp>
      <p:sp>
        <p:nvSpPr>
          <p:cNvPr id="5" name="Footer Placeholder 4">
            <a:extLst>
              <a:ext uri="{FF2B5EF4-FFF2-40B4-BE49-F238E27FC236}">
                <a16:creationId xmlns:a16="http://schemas.microsoft.com/office/drawing/2014/main" id="{1012B9F1-BB9C-8727-E438-982A3E57DF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FB6CAF-09BD-ED72-DF7D-A835055B9A86}"/>
              </a:ext>
            </a:extLst>
          </p:cNvPr>
          <p:cNvSpPr>
            <a:spLocks noGrp="1"/>
          </p:cNvSpPr>
          <p:nvPr>
            <p:ph type="sldNum" sz="quarter" idx="12"/>
          </p:nvPr>
        </p:nvSpPr>
        <p:spPr/>
        <p:txBody>
          <a:bodyPr/>
          <a:lstStyle/>
          <a:p>
            <a:fld id="{E2D3CE09-E2D1-4794-89E2-C36D2376AA2F}" type="slidenum">
              <a:rPr lang="en-US" smtClean="0"/>
              <a:t>‹#›</a:t>
            </a:fld>
            <a:endParaRPr lang="en-US"/>
          </a:p>
        </p:txBody>
      </p:sp>
    </p:spTree>
    <p:extLst>
      <p:ext uri="{BB962C8B-B14F-4D97-AF65-F5344CB8AC3E}">
        <p14:creationId xmlns:p14="http://schemas.microsoft.com/office/powerpoint/2010/main" val="3991495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56B115-25B5-F4F7-FC54-FED0D925AE0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1E0400-9D80-0109-6AAC-F45B58B2E1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15255C-4DDB-FA53-93D9-E6E2FFFA63C0}"/>
              </a:ext>
            </a:extLst>
          </p:cNvPr>
          <p:cNvSpPr>
            <a:spLocks noGrp="1"/>
          </p:cNvSpPr>
          <p:nvPr>
            <p:ph type="dt" sz="half" idx="10"/>
          </p:nvPr>
        </p:nvSpPr>
        <p:spPr/>
        <p:txBody>
          <a:bodyPr/>
          <a:lstStyle/>
          <a:p>
            <a:fld id="{0FB53463-9E3A-4553-8B91-DD50E5D89E42}" type="datetimeFigureOut">
              <a:rPr lang="en-US" smtClean="0"/>
              <a:t>7/28/2023</a:t>
            </a:fld>
            <a:endParaRPr lang="en-US"/>
          </a:p>
        </p:txBody>
      </p:sp>
      <p:sp>
        <p:nvSpPr>
          <p:cNvPr id="5" name="Footer Placeholder 4">
            <a:extLst>
              <a:ext uri="{FF2B5EF4-FFF2-40B4-BE49-F238E27FC236}">
                <a16:creationId xmlns:a16="http://schemas.microsoft.com/office/drawing/2014/main" id="{16FE641E-44F7-9246-110D-34DBF01812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77434A-8181-E1C3-A0BD-EF10E7047889}"/>
              </a:ext>
            </a:extLst>
          </p:cNvPr>
          <p:cNvSpPr>
            <a:spLocks noGrp="1"/>
          </p:cNvSpPr>
          <p:nvPr>
            <p:ph type="sldNum" sz="quarter" idx="12"/>
          </p:nvPr>
        </p:nvSpPr>
        <p:spPr/>
        <p:txBody>
          <a:bodyPr/>
          <a:lstStyle/>
          <a:p>
            <a:fld id="{E2D3CE09-E2D1-4794-89E2-C36D2376AA2F}" type="slidenum">
              <a:rPr lang="en-US" smtClean="0"/>
              <a:t>‹#›</a:t>
            </a:fld>
            <a:endParaRPr lang="en-US"/>
          </a:p>
        </p:txBody>
      </p:sp>
    </p:spTree>
    <p:extLst>
      <p:ext uri="{BB962C8B-B14F-4D97-AF65-F5344CB8AC3E}">
        <p14:creationId xmlns:p14="http://schemas.microsoft.com/office/powerpoint/2010/main" val="37269823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7/28/2023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65670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7/28/2023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28953975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E2CFA0-53A8-433A-A47F-F7ECCA5249C8}" type="datetimeFigureOut">
              <a:rPr lang="en-US" smtClean="0"/>
              <a:t>7/28/2023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9193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FE2CFA0-53A8-433A-A47F-F7ECCA5249C8}" type="datetimeFigureOut">
              <a:rPr lang="en-US" smtClean="0"/>
              <a:t>7/28/2023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15011795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E2CFA0-53A8-433A-A47F-F7ECCA5249C8}" type="datetimeFigureOut">
              <a:rPr lang="en-US" smtClean="0"/>
              <a:t>7/28/2023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12681225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E2CFA0-53A8-433A-A47F-F7ECCA5249C8}" type="datetimeFigureOut">
              <a:rPr lang="en-US" smtClean="0"/>
              <a:t>7/28/2023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41418689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FE2CFA0-53A8-433A-A47F-F7ECCA5249C8}" type="datetimeFigureOut">
              <a:rPr lang="en-US" smtClean="0"/>
              <a:t>7/28/2023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30203932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FE2CFA0-53A8-433A-A47F-F7ECCA5249C8}" type="datetimeFigureOut">
              <a:rPr lang="en-US" smtClean="0"/>
              <a:t>7/28/2023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A44C02-18DE-41FE-9E60-4563A10FB45B}" type="slidenum">
              <a:rPr lang="en-US" smtClean="0"/>
              <a:t>‹#›</a:t>
            </a:fld>
            <a:endParaRPr lang="en-US"/>
          </a:p>
        </p:txBody>
      </p:sp>
    </p:spTree>
    <p:extLst>
      <p:ext uri="{BB962C8B-B14F-4D97-AF65-F5344CB8AC3E}">
        <p14:creationId xmlns:p14="http://schemas.microsoft.com/office/powerpoint/2010/main" val="16796496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E2CFA0-53A8-433A-A47F-F7ECCA5249C8}" type="datetimeFigureOut">
              <a:rPr lang="en-US" smtClean="0"/>
              <a:t>7/28/2023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29473214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7/28/2023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6603359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7/28/2023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35796039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C3A1A87-D394-4E20-B321-6D372F5F5C42}" type="datetimeFigureOut">
              <a:rPr lang="en-US" smtClean="0"/>
              <a:t>7/28/2023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F0BB9E-6B2C-4C40-9444-A0BDEE180477}" type="slidenum">
              <a:rPr lang="en-US" smtClean="0"/>
              <a:t>‹#›</a:t>
            </a:fld>
            <a:endParaRPr lang="en-US"/>
          </a:p>
        </p:txBody>
      </p:sp>
    </p:spTree>
    <p:extLst>
      <p:ext uri="{BB962C8B-B14F-4D97-AF65-F5344CB8AC3E}">
        <p14:creationId xmlns:p14="http://schemas.microsoft.com/office/powerpoint/2010/main" val="292872728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3A1A87-D394-4E20-B321-6D372F5F5C42}" type="datetimeFigureOut">
              <a:rPr lang="en-US" smtClean="0"/>
              <a:t>7/28/2023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F0BB9E-6B2C-4C40-9444-A0BDEE180477}" type="slidenum">
              <a:rPr lang="en-US" smtClean="0"/>
              <a:t>‹#›</a:t>
            </a:fld>
            <a:endParaRPr lang="en-US"/>
          </a:p>
        </p:txBody>
      </p:sp>
    </p:spTree>
    <p:extLst>
      <p:ext uri="{BB962C8B-B14F-4D97-AF65-F5344CB8AC3E}">
        <p14:creationId xmlns:p14="http://schemas.microsoft.com/office/powerpoint/2010/main" val="28969263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3A1A87-D394-4E20-B321-6D372F5F5C42}" type="datetimeFigureOut">
              <a:rPr lang="en-US" smtClean="0"/>
              <a:t>7/28/2023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F0BB9E-6B2C-4C40-9444-A0BDEE180477}" type="slidenum">
              <a:rPr lang="en-US" smtClean="0"/>
              <a:t>‹#›</a:t>
            </a:fld>
            <a:endParaRPr lang="en-US"/>
          </a:p>
        </p:txBody>
      </p:sp>
    </p:spTree>
    <p:extLst>
      <p:ext uri="{BB962C8B-B14F-4D97-AF65-F5344CB8AC3E}">
        <p14:creationId xmlns:p14="http://schemas.microsoft.com/office/powerpoint/2010/main" val="9447750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C3A1A87-D394-4E20-B321-6D372F5F5C42}" type="datetimeFigureOut">
              <a:rPr lang="en-US" smtClean="0"/>
              <a:t>7/28/2023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F0BB9E-6B2C-4C40-9444-A0BDEE180477}" type="slidenum">
              <a:rPr lang="en-US" smtClean="0"/>
              <a:t>‹#›</a:t>
            </a:fld>
            <a:endParaRPr lang="en-US"/>
          </a:p>
        </p:txBody>
      </p:sp>
    </p:spTree>
    <p:extLst>
      <p:ext uri="{BB962C8B-B14F-4D97-AF65-F5344CB8AC3E}">
        <p14:creationId xmlns:p14="http://schemas.microsoft.com/office/powerpoint/2010/main" val="38462735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C3A1A87-D394-4E20-B321-6D372F5F5C42}" type="datetimeFigureOut">
              <a:rPr lang="en-US" smtClean="0"/>
              <a:t>7/28/2023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F0BB9E-6B2C-4C40-9444-A0BDEE180477}" type="slidenum">
              <a:rPr lang="en-US" smtClean="0"/>
              <a:t>‹#›</a:t>
            </a:fld>
            <a:endParaRPr lang="en-US"/>
          </a:p>
        </p:txBody>
      </p:sp>
    </p:spTree>
    <p:extLst>
      <p:ext uri="{BB962C8B-B14F-4D97-AF65-F5344CB8AC3E}">
        <p14:creationId xmlns:p14="http://schemas.microsoft.com/office/powerpoint/2010/main" val="8471063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C3A1A87-D394-4E20-B321-6D372F5F5C42}" type="datetimeFigureOut">
              <a:rPr lang="en-US" smtClean="0"/>
              <a:t>7/28/2023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F0BB9E-6B2C-4C40-9444-A0BDEE180477}" type="slidenum">
              <a:rPr lang="en-US" smtClean="0"/>
              <a:t>‹#›</a:t>
            </a:fld>
            <a:endParaRPr lang="en-US"/>
          </a:p>
        </p:txBody>
      </p:sp>
    </p:spTree>
    <p:extLst>
      <p:ext uri="{BB962C8B-B14F-4D97-AF65-F5344CB8AC3E}">
        <p14:creationId xmlns:p14="http://schemas.microsoft.com/office/powerpoint/2010/main" val="41800493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3A1A87-D394-4E20-B321-6D372F5F5C42}" type="datetimeFigureOut">
              <a:rPr lang="en-US" smtClean="0"/>
              <a:t>7/28/2023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F0BB9E-6B2C-4C40-9444-A0BDEE180477}" type="slidenum">
              <a:rPr lang="en-US" smtClean="0"/>
              <a:t>‹#›</a:t>
            </a:fld>
            <a:endParaRPr lang="en-US"/>
          </a:p>
        </p:txBody>
      </p:sp>
    </p:spTree>
    <p:extLst>
      <p:ext uri="{BB962C8B-B14F-4D97-AF65-F5344CB8AC3E}">
        <p14:creationId xmlns:p14="http://schemas.microsoft.com/office/powerpoint/2010/main" val="21558036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C3A1A87-D394-4E20-B321-6D372F5F5C42}" type="datetimeFigureOut">
              <a:rPr lang="en-US" smtClean="0"/>
              <a:t>7/28/2023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F0BB9E-6B2C-4C40-9444-A0BDEE180477}" type="slidenum">
              <a:rPr lang="en-US" smtClean="0"/>
              <a:t>‹#›</a:t>
            </a:fld>
            <a:endParaRPr lang="en-US"/>
          </a:p>
        </p:txBody>
      </p:sp>
    </p:spTree>
    <p:extLst>
      <p:ext uri="{BB962C8B-B14F-4D97-AF65-F5344CB8AC3E}">
        <p14:creationId xmlns:p14="http://schemas.microsoft.com/office/powerpoint/2010/main" val="41437249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C3A1A87-D394-4E20-B321-6D372F5F5C42}" type="datetimeFigureOut">
              <a:rPr lang="en-US" smtClean="0"/>
              <a:t>7/28/2023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F0BB9E-6B2C-4C40-9444-A0BDEE180477}" type="slidenum">
              <a:rPr lang="en-US" smtClean="0"/>
              <a:t>‹#›</a:t>
            </a:fld>
            <a:endParaRPr lang="en-US"/>
          </a:p>
        </p:txBody>
      </p:sp>
    </p:spTree>
    <p:extLst>
      <p:ext uri="{BB962C8B-B14F-4D97-AF65-F5344CB8AC3E}">
        <p14:creationId xmlns:p14="http://schemas.microsoft.com/office/powerpoint/2010/main" val="17498854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3A1A87-D394-4E20-B321-6D372F5F5C42}" type="datetimeFigureOut">
              <a:rPr lang="en-US" smtClean="0"/>
              <a:t>7/28/2023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F0BB9E-6B2C-4C40-9444-A0BDEE180477}" type="slidenum">
              <a:rPr lang="en-US" smtClean="0"/>
              <a:t>‹#›</a:t>
            </a:fld>
            <a:endParaRPr lang="en-US"/>
          </a:p>
        </p:txBody>
      </p:sp>
    </p:spTree>
    <p:extLst>
      <p:ext uri="{BB962C8B-B14F-4D97-AF65-F5344CB8AC3E}">
        <p14:creationId xmlns:p14="http://schemas.microsoft.com/office/powerpoint/2010/main" val="41552830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C3A1A87-D394-4E20-B321-6D372F5F5C42}" type="datetimeFigureOut">
              <a:rPr lang="en-US" smtClean="0"/>
              <a:t>7/28/2023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F0BB9E-6B2C-4C40-9444-A0BDEE180477}" type="slidenum">
              <a:rPr lang="en-US" smtClean="0"/>
              <a:t>‹#›</a:t>
            </a:fld>
            <a:endParaRPr lang="en-US"/>
          </a:p>
        </p:txBody>
      </p:sp>
    </p:spTree>
    <p:extLst>
      <p:ext uri="{BB962C8B-B14F-4D97-AF65-F5344CB8AC3E}">
        <p14:creationId xmlns:p14="http://schemas.microsoft.com/office/powerpoint/2010/main" val="31443110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2pt Slide Title ">
    <p:spTree>
      <p:nvGrpSpPr>
        <p:cNvPr id="1" name=""/>
        <p:cNvGrpSpPr/>
        <p:nvPr/>
      </p:nvGrpSpPr>
      <p:grpSpPr>
        <a:xfrm>
          <a:off x="0" y="0"/>
          <a:ext cx="0" cy="0"/>
          <a:chOff x="0" y="0"/>
          <a:chExt cx="0" cy="0"/>
        </a:xfrm>
      </p:grpSpPr>
      <p:sp>
        <p:nvSpPr>
          <p:cNvPr id="8" name="Rectangle 7"/>
          <p:cNvSpPr/>
          <p:nvPr userDrawn="1"/>
        </p:nvSpPr>
        <p:spPr>
          <a:xfrm>
            <a:off x="0" y="0"/>
            <a:ext cx="12192000" cy="82296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1"/>
          <p:cNvSpPr>
            <a:spLocks noGrp="1"/>
          </p:cNvSpPr>
          <p:nvPr>
            <p:ph type="title" hasCustomPrompt="1"/>
          </p:nvPr>
        </p:nvSpPr>
        <p:spPr>
          <a:xfrm>
            <a:off x="609600" y="0"/>
            <a:ext cx="10972800" cy="822960"/>
          </a:xfrm>
        </p:spPr>
        <p:txBody>
          <a:bodyPr>
            <a:noAutofit/>
          </a:bodyPr>
          <a:lstStyle>
            <a:lvl1pPr algn="l">
              <a:defRPr sz="2400" baseline="0">
                <a:solidFill>
                  <a:schemeClr val="bg1"/>
                </a:solidFill>
                <a:latin typeface="Segoe UI" pitchFamily="34" charset="0"/>
                <a:ea typeface="Segoe UI" pitchFamily="34" charset="0"/>
                <a:cs typeface="Segoe UI" pitchFamily="34" charset="0"/>
              </a:defRPr>
            </a:lvl1pPr>
          </a:lstStyle>
          <a:p>
            <a:r>
              <a:rPr lang="en-US" dirty="0"/>
              <a:t>32pt Slide Title</a:t>
            </a:r>
          </a:p>
        </p:txBody>
      </p:sp>
      <p:sp>
        <p:nvSpPr>
          <p:cNvPr id="10" name="Slide Number Placeholder 9"/>
          <p:cNvSpPr>
            <a:spLocks noGrp="1"/>
          </p:cNvSpPr>
          <p:nvPr>
            <p:ph type="sldNum" sz="quarter" idx="12"/>
          </p:nvPr>
        </p:nvSpPr>
        <p:spPr/>
        <p:txBody>
          <a:bodyPr/>
          <a:lstStyle>
            <a:lvl1pPr>
              <a:defRPr sz="900">
                <a:solidFill>
                  <a:schemeClr val="tx1">
                    <a:lumMod val="65000"/>
                    <a:lumOff val="35000"/>
                  </a:schemeClr>
                </a:solidFill>
                <a:latin typeface="Segoe UI" pitchFamily="34" charset="0"/>
                <a:ea typeface="Segoe UI" pitchFamily="34" charset="0"/>
                <a:cs typeface="Segoe UI" pitchFamily="34" charset="0"/>
              </a:defRPr>
            </a:lvl1pPr>
          </a:lstStyle>
          <a:p>
            <a:fld id="{D814DA60-3BEE-4BCE-BEDB-E433FD970963}" type="slidenum">
              <a:rPr lang="en-US" smtClean="0"/>
              <a:pPr/>
              <a:t>‹#›</a:t>
            </a:fld>
            <a:endParaRPr lang="en-US" dirty="0"/>
          </a:p>
        </p:txBody>
      </p:sp>
      <p:sp>
        <p:nvSpPr>
          <p:cNvPr id="6" name="Footer Placeholder 8"/>
          <p:cNvSpPr>
            <a:spLocks noGrp="1"/>
          </p:cNvSpPr>
          <p:nvPr>
            <p:ph type="ftr" sz="quarter" idx="11"/>
          </p:nvPr>
        </p:nvSpPr>
        <p:spPr>
          <a:xfrm>
            <a:off x="609600" y="6324603"/>
            <a:ext cx="3860800" cy="365125"/>
          </a:xfrm>
        </p:spPr>
        <p:txBody>
          <a:bodyPr/>
          <a:lstStyle>
            <a:lvl1pPr algn="l">
              <a:defRPr/>
            </a:lvl1pPr>
          </a:lstStyle>
          <a:p>
            <a:endParaRPr lang="en-US" dirty="0"/>
          </a:p>
        </p:txBody>
      </p:sp>
      <p:sp>
        <p:nvSpPr>
          <p:cNvPr id="9" name="Text Placeholder 4"/>
          <p:cNvSpPr>
            <a:spLocks noGrp="1"/>
          </p:cNvSpPr>
          <p:nvPr>
            <p:ph type="body" sz="quarter" idx="13"/>
          </p:nvPr>
        </p:nvSpPr>
        <p:spPr>
          <a:xfrm>
            <a:off x="609600" y="1066800"/>
            <a:ext cx="10972800" cy="5105400"/>
          </a:xfrm>
          <a:prstGeom prst="rect">
            <a:avLst/>
          </a:prstGeom>
        </p:spPr>
        <p:txBody>
          <a:bodyPr/>
          <a:lstStyle>
            <a:lvl1pPr marL="342900" indent="-342900">
              <a:buClr>
                <a:srgbClr val="0070C0"/>
              </a:buClr>
              <a:buFont typeface="Arial" pitchFamily="34" charset="0"/>
              <a:buChar char="•"/>
              <a:defRPr sz="2100" b="0">
                <a:latin typeface="Segoe UI" pitchFamily="34" charset="0"/>
                <a:ea typeface="Segoe UI" pitchFamily="34" charset="0"/>
                <a:cs typeface="Segoe UI" pitchFamily="34" charset="0"/>
              </a:defRPr>
            </a:lvl1pPr>
            <a:lvl2pPr marL="600075" indent="-257175">
              <a:buClr>
                <a:srgbClr val="0070C0"/>
              </a:buClr>
              <a:buFont typeface="Arial" pitchFamily="34" charset="0"/>
              <a:buChar char="•"/>
              <a:defRPr sz="1800" b="0">
                <a:latin typeface="Segoe UI" pitchFamily="34" charset="0"/>
                <a:ea typeface="Segoe UI" pitchFamily="34" charset="0"/>
                <a:cs typeface="Segoe UI" pitchFamily="34" charset="0"/>
              </a:defRPr>
            </a:lvl2pPr>
            <a:lvl3pPr marL="942975" indent="-257175">
              <a:buClr>
                <a:srgbClr val="0070C0"/>
              </a:buClr>
              <a:buFont typeface="Arial" pitchFamily="34" charset="0"/>
              <a:buChar char="•"/>
              <a:defRPr sz="1500" b="0">
                <a:latin typeface="Segoe UI" pitchFamily="34" charset="0"/>
                <a:ea typeface="Segoe UI" pitchFamily="34" charset="0"/>
                <a:cs typeface="Segoe UI" pitchFamily="34" charset="0"/>
              </a:defRPr>
            </a:lvl3pPr>
            <a:lvl4pPr>
              <a:defRPr>
                <a:latin typeface="Segoe UI" pitchFamily="34" charset="0"/>
                <a:ea typeface="Segoe UI" pitchFamily="34" charset="0"/>
                <a:cs typeface="Segoe UI" pitchFamily="34" charset="0"/>
              </a:defRPr>
            </a:lvl4pPr>
            <a:lvl5pPr>
              <a:defRPr>
                <a:latin typeface="Segoe UI" pitchFamily="34" charset="0"/>
                <a:ea typeface="Segoe UI" pitchFamily="34" charset="0"/>
                <a:cs typeface="Segoe U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387973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399F9A-07AB-0F38-F9EF-9457F17B13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1EF63E8-3E6A-1D4F-8BC6-56E530251C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46EEC4-CD03-BE55-BF6F-52BB5D5A5F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B53463-9E3A-4553-8B91-DD50E5D89E42}" type="datetimeFigureOut">
              <a:rPr lang="en-US" smtClean="0"/>
              <a:t>7/28/2023</a:t>
            </a:fld>
            <a:endParaRPr lang="en-US"/>
          </a:p>
        </p:txBody>
      </p:sp>
      <p:sp>
        <p:nvSpPr>
          <p:cNvPr id="5" name="Footer Placeholder 4">
            <a:extLst>
              <a:ext uri="{FF2B5EF4-FFF2-40B4-BE49-F238E27FC236}">
                <a16:creationId xmlns:a16="http://schemas.microsoft.com/office/drawing/2014/main" id="{599803A0-DD4A-D019-638F-A0157A713E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A6FEFA-28A3-830A-E22D-642F704193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3CE09-E2D1-4794-89E2-C36D2376AA2F}" type="slidenum">
              <a:rPr lang="en-US" smtClean="0"/>
              <a:t>‹#›</a:t>
            </a:fld>
            <a:endParaRPr lang="en-US"/>
          </a:p>
        </p:txBody>
      </p:sp>
    </p:spTree>
    <p:extLst>
      <p:ext uri="{BB962C8B-B14F-4D97-AF65-F5344CB8AC3E}">
        <p14:creationId xmlns:p14="http://schemas.microsoft.com/office/powerpoint/2010/main" val="3755854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FE2CFA0-53A8-433A-A47F-F7ECCA5249C8}" type="datetimeFigureOut">
              <a:rPr lang="en-US" smtClean="0"/>
              <a:t>7/28/2023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BA44C02-18DE-41FE-9E60-4563A10FB45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48475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C3A1A87-D394-4E20-B321-6D372F5F5C42}" type="datetimeFigureOut">
              <a:rPr lang="en-US" smtClean="0"/>
              <a:t>7/28/2023</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8F0BB9E-6B2C-4C40-9444-A0BDEE180477}" type="slidenum">
              <a:rPr lang="en-US" smtClean="0"/>
              <a:t>‹#›</a:t>
            </a:fld>
            <a:endParaRPr lang="en-US"/>
          </a:p>
        </p:txBody>
      </p:sp>
    </p:spTree>
    <p:extLst>
      <p:ext uri="{BB962C8B-B14F-4D97-AF65-F5344CB8AC3E}">
        <p14:creationId xmlns:p14="http://schemas.microsoft.com/office/powerpoint/2010/main" val="303482611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jpg"/><Relationship Id="rId1" Type="http://schemas.openxmlformats.org/officeDocument/2006/relationships/slideLayout" Target="../slideLayouts/slideLayout18.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8.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a:xfrm>
            <a:off x="1981200" y="838200"/>
            <a:ext cx="8686800" cy="6019800"/>
          </a:xfrm>
        </p:spPr>
        <p:txBody>
          <a:bodyPr>
            <a:normAutofit lnSpcReduction="10000"/>
          </a:bodyPr>
          <a:lstStyle/>
          <a:p>
            <a:pPr algn="ctr"/>
            <a:r>
              <a:rPr lang="en-US" sz="1600" dirty="0">
                <a:solidFill>
                  <a:srgbClr val="C00000"/>
                </a:solidFill>
                <a:effectLst>
                  <a:outerShdw blurRad="38100" dist="38100" dir="2700000" algn="tl">
                    <a:srgbClr val="000000">
                      <a:alpha val="43137"/>
                    </a:srgbClr>
                  </a:outerShdw>
                </a:effectLst>
                <a:latin typeface="Berlin Sans FB" panose="020E0602020502020306" pitchFamily="34" charset="0"/>
                <a:cs typeface="Arial" panose="020B0604020202020204" pitchFamily="34" charset="0"/>
              </a:rPr>
              <a:t>Instructor: </a:t>
            </a:r>
            <a:r>
              <a:rPr lang="en-US" sz="1600" dirty="0" err="1">
                <a:solidFill>
                  <a:srgbClr val="C00000"/>
                </a:solidFill>
                <a:effectLst>
                  <a:outerShdw blurRad="38100" dist="38100" dir="2700000" algn="tl">
                    <a:srgbClr val="000000">
                      <a:alpha val="43137"/>
                    </a:srgbClr>
                  </a:outerShdw>
                </a:effectLst>
                <a:latin typeface="Berlin Sans FB" panose="020E0602020502020306" pitchFamily="34" charset="0"/>
                <a:cs typeface="Arial" panose="020B0604020202020204" pitchFamily="34" charset="0"/>
              </a:rPr>
              <a:t>Youssry</a:t>
            </a:r>
            <a:r>
              <a:rPr lang="en-US" sz="1600" dirty="0">
                <a:solidFill>
                  <a:srgbClr val="C00000"/>
                </a:solidFill>
                <a:effectLst>
                  <a:outerShdw blurRad="38100" dist="38100" dir="2700000" algn="tl">
                    <a:srgbClr val="000000">
                      <a:alpha val="43137"/>
                    </a:srgbClr>
                  </a:outerShdw>
                </a:effectLst>
                <a:latin typeface="Berlin Sans FB" panose="020E0602020502020306" pitchFamily="34" charset="0"/>
                <a:cs typeface="Arial" panose="020B0604020202020204" pitchFamily="34" charset="0"/>
              </a:rPr>
              <a:t> </a:t>
            </a:r>
            <a:r>
              <a:rPr lang="en-US" sz="1600" dirty="0" err="1">
                <a:solidFill>
                  <a:srgbClr val="C00000"/>
                </a:solidFill>
                <a:effectLst>
                  <a:outerShdw blurRad="38100" dist="38100" dir="2700000" algn="tl">
                    <a:srgbClr val="000000">
                      <a:alpha val="43137"/>
                    </a:srgbClr>
                  </a:outerShdw>
                </a:effectLst>
                <a:latin typeface="Berlin Sans FB" panose="020E0602020502020306" pitchFamily="34" charset="0"/>
                <a:cs typeface="Arial" panose="020B0604020202020204" pitchFamily="34" charset="0"/>
              </a:rPr>
              <a:t>Khattab</a:t>
            </a:r>
            <a:endParaRPr lang="en-US" sz="1600" dirty="0">
              <a:solidFill>
                <a:srgbClr val="C00000"/>
              </a:solidFill>
              <a:effectLst>
                <a:outerShdw blurRad="38100" dist="38100" dir="2700000" algn="tl">
                  <a:srgbClr val="000000">
                    <a:alpha val="43137"/>
                  </a:srgbClr>
                </a:outerShdw>
              </a:effectLst>
              <a:latin typeface="Berlin Sans FB" panose="020E0602020502020306" pitchFamily="34" charset="0"/>
              <a:cs typeface="Arial" panose="020B0604020202020204" pitchFamily="34" charset="0"/>
            </a:endParaRPr>
          </a:p>
          <a:p>
            <a:pPr lvl="0">
              <a:buNone/>
            </a:pPr>
            <a:r>
              <a:rPr lang="en-US" sz="1050" b="1" i="1" dirty="0">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Bachelor of nuclear engineering , Faculty of engineering, Alexandria University, Nuclear department  (2001) </a:t>
            </a:r>
          </a:p>
          <a:p>
            <a:pPr lvl="0">
              <a:buNone/>
            </a:pPr>
            <a:endParaRPr lang="en-US" sz="900" b="1" i="1" u="sng" dirty="0">
              <a:solidFill>
                <a:srgbClr val="002060"/>
              </a:solidFill>
              <a:latin typeface="Arial" panose="020B0604020202020204" pitchFamily="34" charset="0"/>
              <a:cs typeface="Arial" panose="020B0604020202020204" pitchFamily="34" charset="0"/>
            </a:endParaRPr>
          </a:p>
          <a:p>
            <a:pPr lvl="0">
              <a:buNone/>
            </a:pPr>
            <a:r>
              <a:rPr lang="en-US" sz="900" b="1" i="1" u="sng" dirty="0">
                <a:solidFill>
                  <a:srgbClr val="002060"/>
                </a:solidFill>
                <a:latin typeface="Arial" panose="020B0604020202020204" pitchFamily="34" charset="0"/>
                <a:cs typeface="Arial" panose="020B0604020202020204" pitchFamily="34" charset="0"/>
              </a:rPr>
              <a:t>Teaching the following security courses:</a:t>
            </a:r>
            <a:r>
              <a:rPr lang="en-US" sz="900" dirty="0">
                <a:solidFill>
                  <a:srgbClr val="002060"/>
                </a:solidFill>
                <a:latin typeface="Arial" panose="020B0604020202020204" pitchFamily="34" charset="0"/>
                <a:cs typeface="Arial" panose="020B0604020202020204" pitchFamily="34" charset="0"/>
              </a:rPr>
              <a:t> </a:t>
            </a:r>
          </a:p>
          <a:p>
            <a:pPr lvl="0"/>
            <a:r>
              <a:rPr lang="en-US" sz="900" i="1" dirty="0">
                <a:solidFill>
                  <a:srgbClr val="002060"/>
                </a:solidFill>
                <a:latin typeface="Arial" panose="020B0604020202020204" pitchFamily="34" charset="0"/>
                <a:cs typeface="Arial" panose="020B0604020202020204" pitchFamily="34" charset="0"/>
              </a:rPr>
              <a:t>CISSP : Certified Information Systems Security Professional </a:t>
            </a:r>
          </a:p>
          <a:p>
            <a:pPr lvl="0"/>
            <a:r>
              <a:rPr lang="en-US" sz="900" i="1" dirty="0">
                <a:solidFill>
                  <a:srgbClr val="002060"/>
                </a:solidFill>
                <a:latin typeface="Arial" panose="020B0604020202020204" pitchFamily="34" charset="0"/>
                <a:cs typeface="Arial" panose="020B0604020202020204" pitchFamily="34" charset="0"/>
              </a:rPr>
              <a:t>CRISC: Certified in Risk and Information Systems Control </a:t>
            </a:r>
          </a:p>
          <a:p>
            <a:pPr lvl="0"/>
            <a:r>
              <a:rPr lang="en-US" sz="900" i="1" dirty="0">
                <a:solidFill>
                  <a:srgbClr val="002060"/>
                </a:solidFill>
                <a:latin typeface="Arial" panose="020B0604020202020204" pitchFamily="34" charset="0"/>
                <a:cs typeface="Arial" panose="020B0604020202020204" pitchFamily="34" charset="0"/>
              </a:rPr>
              <a:t>CGEIT: Certified in the Governance of Enterprise IT</a:t>
            </a:r>
          </a:p>
          <a:p>
            <a:pPr lvl="0"/>
            <a:r>
              <a:rPr lang="en-US" sz="900" i="1" dirty="0">
                <a:solidFill>
                  <a:srgbClr val="002060"/>
                </a:solidFill>
                <a:latin typeface="Arial" panose="020B0604020202020204" pitchFamily="34" charset="0"/>
                <a:cs typeface="Arial" panose="020B0604020202020204" pitchFamily="34" charset="0"/>
              </a:rPr>
              <a:t>CISM : Certified Information Security Manager</a:t>
            </a:r>
          </a:p>
          <a:p>
            <a:pPr lvl="0"/>
            <a:r>
              <a:rPr lang="en-US" sz="900" i="1" dirty="0">
                <a:solidFill>
                  <a:srgbClr val="002060"/>
                </a:solidFill>
                <a:latin typeface="Arial" panose="020B0604020202020204" pitchFamily="34" charset="0"/>
                <a:cs typeface="Arial" panose="020B0604020202020204" pitchFamily="34" charset="0"/>
              </a:rPr>
              <a:t>CISM:  Certified information Security Auditor </a:t>
            </a:r>
          </a:p>
          <a:p>
            <a:pPr lvl="0"/>
            <a:r>
              <a:rPr lang="en-US" sz="900" i="1" dirty="0">
                <a:solidFill>
                  <a:srgbClr val="002060"/>
                </a:solidFill>
                <a:latin typeface="Arial" panose="020B0604020202020204" pitchFamily="34" charset="0"/>
                <a:cs typeface="Arial" panose="020B0604020202020204" pitchFamily="34" charset="0"/>
              </a:rPr>
              <a:t>ISO-27001 information security management system: ISO 27001 Foundation, ISO 27001 Lead Implementer, ISO 27001 Lead Auditor</a:t>
            </a:r>
          </a:p>
          <a:p>
            <a:pPr lvl="0"/>
            <a:r>
              <a:rPr lang="en-US" sz="900" dirty="0">
                <a:solidFill>
                  <a:srgbClr val="002060"/>
                </a:solidFill>
                <a:latin typeface="Arial" panose="020B0604020202020204" pitchFamily="34" charset="0"/>
                <a:cs typeface="Arial" panose="020B0604020202020204" pitchFamily="34" charset="0"/>
              </a:rPr>
              <a:t>ITIL 4 information tech-infrastructure library </a:t>
            </a:r>
          </a:p>
          <a:p>
            <a:pPr lvl="0"/>
            <a:r>
              <a:rPr lang="en-US" sz="900" i="1" dirty="0">
                <a:solidFill>
                  <a:srgbClr val="002060"/>
                </a:solidFill>
                <a:latin typeface="Arial" panose="020B0604020202020204" pitchFamily="34" charset="0"/>
                <a:cs typeface="Arial" panose="020B0604020202020204" pitchFamily="34" charset="0"/>
              </a:rPr>
              <a:t>EC-Council Certified Ethical Hacker (CEH)  , EC-Council Certified system Analyst (ECSA) , EC Council licensed Penetration Tester (LPT)</a:t>
            </a:r>
          </a:p>
          <a:p>
            <a:pPr lvl="0"/>
            <a:r>
              <a:rPr lang="en-US" sz="900" dirty="0">
                <a:solidFill>
                  <a:srgbClr val="002060"/>
                </a:solidFill>
                <a:latin typeface="Arial" panose="020B0604020202020204" pitchFamily="34" charset="0"/>
                <a:cs typeface="Arial" panose="020B0604020202020204" pitchFamily="34" charset="0"/>
              </a:rPr>
              <a:t>Computer Hacking and Forensic Investigator (CHFI) , EC-Council Certified Security Specialist (ECSS) , Certified Network Defender (CND)</a:t>
            </a:r>
          </a:p>
          <a:p>
            <a:pPr lvl="0">
              <a:buNone/>
            </a:pPr>
            <a:endParaRPr lang="en-US" sz="900" dirty="0">
              <a:solidFill>
                <a:srgbClr val="002060"/>
              </a:solidFill>
              <a:latin typeface="Arial" panose="020B0604020202020204" pitchFamily="34" charset="0"/>
              <a:cs typeface="Arial" panose="020B0604020202020204" pitchFamily="34" charset="0"/>
            </a:endParaRPr>
          </a:p>
          <a:p>
            <a:r>
              <a:rPr lang="en-US" sz="900" i="1" dirty="0">
                <a:solidFill>
                  <a:srgbClr val="002060"/>
                </a:solidFill>
                <a:latin typeface="Arial" panose="020B0604020202020204" pitchFamily="34" charset="0"/>
                <a:cs typeface="Arial" panose="020B0604020202020204" pitchFamily="34" charset="0"/>
              </a:rPr>
              <a:t> Microsoft certified system administration (MCSA-2003)   and  MCSE 2003         </a:t>
            </a:r>
            <a:endParaRPr lang="en-US" sz="900" dirty="0">
              <a:solidFill>
                <a:srgbClr val="002060"/>
              </a:solidFill>
              <a:latin typeface="Arial" panose="020B0604020202020204" pitchFamily="34" charset="0"/>
              <a:cs typeface="Arial" panose="020B0604020202020204" pitchFamily="34" charset="0"/>
            </a:endParaRPr>
          </a:p>
          <a:p>
            <a:pPr lvl="0"/>
            <a:r>
              <a:rPr lang="en-US" sz="900" i="1" dirty="0">
                <a:solidFill>
                  <a:srgbClr val="002060"/>
                </a:solidFill>
                <a:latin typeface="Arial" panose="020B0604020202020204" pitchFamily="34" charset="0"/>
                <a:cs typeface="Arial" panose="020B0604020202020204" pitchFamily="34" charset="0"/>
              </a:rPr>
              <a:t>Microsoft certified trainer (MCT-2003 to 2023) </a:t>
            </a:r>
          </a:p>
          <a:p>
            <a:r>
              <a:rPr lang="en-US" sz="900" i="1" dirty="0">
                <a:solidFill>
                  <a:srgbClr val="002060"/>
                </a:solidFill>
                <a:latin typeface="Arial" panose="020B0604020202020204" pitchFamily="34" charset="0"/>
                <a:cs typeface="Arial" panose="020B0604020202020204" pitchFamily="34" charset="0"/>
              </a:rPr>
              <a:t> Microsoft certified  ITP  Server Admin , Enterprise administrator (2008)                              </a:t>
            </a:r>
            <a:endParaRPr lang="en-US" sz="900" dirty="0">
              <a:solidFill>
                <a:srgbClr val="002060"/>
              </a:solidFill>
              <a:latin typeface="Arial" panose="020B0604020202020204" pitchFamily="34" charset="0"/>
              <a:cs typeface="Arial" panose="020B0604020202020204" pitchFamily="34" charset="0"/>
            </a:endParaRPr>
          </a:p>
          <a:p>
            <a:r>
              <a:rPr lang="en-US" sz="900" i="1" dirty="0">
                <a:solidFill>
                  <a:srgbClr val="002060"/>
                </a:solidFill>
                <a:latin typeface="Arial" panose="020B0604020202020204" pitchFamily="34" charset="0"/>
                <a:cs typeface="Arial" panose="020B0604020202020204" pitchFamily="34" charset="0"/>
              </a:rPr>
              <a:t>MS-Certified Solution Associated (MCSA-)   , CCNA Switching-routing        </a:t>
            </a:r>
          </a:p>
          <a:p>
            <a:pPr lvl="0"/>
            <a:r>
              <a:rPr lang="en-US" sz="900" i="1" dirty="0">
                <a:solidFill>
                  <a:srgbClr val="002060"/>
                </a:solidFill>
                <a:latin typeface="Arial" panose="020B0604020202020204" pitchFamily="34" charset="0"/>
                <a:cs typeface="Arial" panose="020B0604020202020204" pitchFamily="34" charset="0"/>
              </a:rPr>
              <a:t>MCSE- Server infrastructure , MCSE- Desktop infrastructure , MCSE communication, MCSE- messaging , MCSE-SharePoint , MCSE- private cloud </a:t>
            </a:r>
          </a:p>
          <a:p>
            <a:pPr lvl="0">
              <a:buNone/>
            </a:pPr>
            <a:endParaRPr lang="en-US" sz="900" i="1" dirty="0">
              <a:solidFill>
                <a:srgbClr val="002060"/>
              </a:solidFill>
              <a:latin typeface="Arial" panose="020B0604020202020204" pitchFamily="34" charset="0"/>
              <a:cs typeface="Arial" panose="020B0604020202020204" pitchFamily="34" charset="0"/>
            </a:endParaRPr>
          </a:p>
          <a:p>
            <a:pPr>
              <a:buNone/>
            </a:pPr>
            <a:r>
              <a:rPr lang="en-US" sz="900" b="1" i="1" u="sng" dirty="0">
                <a:solidFill>
                  <a:srgbClr val="002060"/>
                </a:solidFill>
                <a:latin typeface="Arial" panose="020B0604020202020204" pitchFamily="34" charset="0"/>
                <a:cs typeface="Arial" panose="020B0604020202020204" pitchFamily="34" charset="0"/>
              </a:rPr>
              <a:t>Teaching the following Linux and Unix courses:</a:t>
            </a:r>
            <a:r>
              <a:rPr lang="en-US" sz="900" b="1" dirty="0">
                <a:solidFill>
                  <a:srgbClr val="002060"/>
                </a:solidFill>
                <a:latin typeface="Arial" panose="020B0604020202020204" pitchFamily="34" charset="0"/>
                <a:cs typeface="Arial" panose="020B0604020202020204" pitchFamily="34" charset="0"/>
              </a:rPr>
              <a:t> </a:t>
            </a:r>
            <a:endParaRPr lang="en-US" sz="900" dirty="0">
              <a:solidFill>
                <a:srgbClr val="002060"/>
              </a:solidFill>
              <a:latin typeface="Arial" panose="020B0604020202020204" pitchFamily="34" charset="0"/>
              <a:cs typeface="Arial" panose="020B0604020202020204" pitchFamily="34" charset="0"/>
            </a:endParaRPr>
          </a:p>
          <a:p>
            <a:r>
              <a:rPr lang="en-US" sz="900" i="1" dirty="0">
                <a:solidFill>
                  <a:srgbClr val="002060"/>
                </a:solidFill>
                <a:latin typeface="Arial" panose="020B0604020202020204" pitchFamily="34" charset="0"/>
                <a:cs typeface="Arial" panose="020B0604020202020204" pitchFamily="34" charset="0"/>
              </a:rPr>
              <a:t>Red Hat Linux Essentials &amp;  Red Hat Linux system admin &amp;  Red hat Network Services And Security Administration</a:t>
            </a:r>
            <a:r>
              <a:rPr lang="en-US" sz="900" dirty="0">
                <a:solidFill>
                  <a:srgbClr val="002060"/>
                </a:solidFill>
                <a:latin typeface="Arial" panose="020B0604020202020204" pitchFamily="34" charset="0"/>
                <a:cs typeface="Arial" panose="020B0604020202020204" pitchFamily="34" charset="0"/>
              </a:rPr>
              <a:t> </a:t>
            </a:r>
            <a:r>
              <a:rPr lang="en-US" sz="900" i="1" dirty="0">
                <a:solidFill>
                  <a:srgbClr val="002060"/>
                </a:solidFill>
                <a:latin typeface="Arial" panose="020B0604020202020204" pitchFamily="34" charset="0"/>
                <a:cs typeface="Arial" panose="020B0604020202020204" pitchFamily="34" charset="0"/>
              </a:rPr>
              <a:t> </a:t>
            </a:r>
          </a:p>
          <a:p>
            <a:r>
              <a:rPr lang="en-US" sz="900" dirty="0">
                <a:solidFill>
                  <a:srgbClr val="002060"/>
                </a:solidFill>
                <a:latin typeface="Arial" panose="020B0604020202020204" pitchFamily="34" charset="0"/>
                <a:cs typeface="Arial" panose="020B0604020202020204" pitchFamily="34" charset="0"/>
              </a:rPr>
              <a:t>Unix ---Solaris 10 and 11 Operating  (System Essentials &amp; System Administration  &amp; Network Administration)</a:t>
            </a:r>
          </a:p>
          <a:p>
            <a:r>
              <a:rPr lang="en-US" sz="900" dirty="0">
                <a:solidFill>
                  <a:srgbClr val="002060"/>
                </a:solidFill>
                <a:latin typeface="Arial" panose="020B0604020202020204" pitchFamily="34" charset="0"/>
                <a:cs typeface="Arial" panose="020B0604020202020204" pitchFamily="34" charset="0"/>
              </a:rPr>
              <a:t>Linux foundation Certified System Admin (LFCSA) , Linux foundation Certified system Engineer (LFCSE)</a:t>
            </a:r>
          </a:p>
          <a:p>
            <a:pPr>
              <a:buNone/>
            </a:pPr>
            <a:endParaRPr lang="en-US" sz="900" b="1" i="1" dirty="0">
              <a:solidFill>
                <a:srgbClr val="002060"/>
              </a:solidFill>
              <a:latin typeface="Arial" panose="020B0604020202020204" pitchFamily="34" charset="0"/>
              <a:cs typeface="Arial" panose="020B0604020202020204" pitchFamily="34" charset="0"/>
            </a:endParaRPr>
          </a:p>
          <a:p>
            <a:pPr>
              <a:buNone/>
            </a:pPr>
            <a:r>
              <a:rPr lang="en-US" sz="900" b="1" i="1" u="sng" dirty="0">
                <a:solidFill>
                  <a:srgbClr val="002060"/>
                </a:solidFill>
                <a:latin typeface="Arial" panose="020B0604020202020204" pitchFamily="34" charset="0"/>
                <a:cs typeface="Arial" panose="020B0604020202020204" pitchFamily="34" charset="0"/>
              </a:rPr>
              <a:t>Teaching the following Microsoft Courses:</a:t>
            </a:r>
            <a:endParaRPr lang="en-US" sz="900" dirty="0">
              <a:solidFill>
                <a:srgbClr val="002060"/>
              </a:solidFill>
              <a:latin typeface="Arial" panose="020B0604020202020204" pitchFamily="34" charset="0"/>
              <a:cs typeface="Arial" panose="020B0604020202020204" pitchFamily="34" charset="0"/>
            </a:endParaRPr>
          </a:p>
          <a:p>
            <a:pPr lvl="1"/>
            <a:r>
              <a:rPr lang="en-US" sz="900" dirty="0">
                <a:solidFill>
                  <a:srgbClr val="002060"/>
                </a:solidFill>
                <a:latin typeface="Arial" panose="020B0604020202020204" pitchFamily="34" charset="0"/>
                <a:cs typeface="Arial" panose="020B0604020202020204" pitchFamily="34" charset="0"/>
              </a:rPr>
              <a:t>Microsoft TMG 2010</a:t>
            </a:r>
          </a:p>
          <a:p>
            <a:pPr lvl="1"/>
            <a:r>
              <a:rPr lang="en-US" sz="900" dirty="0">
                <a:solidFill>
                  <a:srgbClr val="002060"/>
                </a:solidFill>
                <a:latin typeface="Arial" panose="020B0604020202020204" pitchFamily="34" charset="0"/>
                <a:cs typeface="Arial" panose="020B0604020202020204" pitchFamily="34" charset="0"/>
              </a:rPr>
              <a:t>Microsoft Exchange Server 2007,2010,2013,2016,2019</a:t>
            </a:r>
          </a:p>
          <a:p>
            <a:pPr lvl="1"/>
            <a:r>
              <a:rPr lang="en-US" sz="900" dirty="0">
                <a:solidFill>
                  <a:srgbClr val="002060"/>
                </a:solidFill>
                <a:latin typeface="Arial" panose="020B0604020202020204" pitchFamily="34" charset="0"/>
                <a:cs typeface="Arial" panose="020B0604020202020204" pitchFamily="34" charset="0"/>
              </a:rPr>
              <a:t>Microsoft MCSA 2012 and MCSE 2012 ( private cloud , Messaging , Server infrastructure , Communication )</a:t>
            </a:r>
          </a:p>
          <a:p>
            <a:pPr lvl="1"/>
            <a:r>
              <a:rPr lang="en-US" sz="900" dirty="0">
                <a:solidFill>
                  <a:srgbClr val="002060"/>
                </a:solidFill>
                <a:latin typeface="Arial" panose="020B0604020202020204" pitchFamily="34" charset="0"/>
                <a:cs typeface="Arial" panose="020B0604020202020204" pitchFamily="34" charset="0"/>
              </a:rPr>
              <a:t>Ms System Center 2008 R2  configuration Manager &amp; Data protection Manager 2010</a:t>
            </a:r>
          </a:p>
          <a:p>
            <a:pPr lvl="1"/>
            <a:r>
              <a:rPr lang="en-US" sz="900" dirty="0">
                <a:solidFill>
                  <a:srgbClr val="002060"/>
                </a:solidFill>
                <a:latin typeface="Arial" panose="020B0604020202020204" pitchFamily="34" charset="0"/>
                <a:cs typeface="Arial" panose="020B0604020202020204" pitchFamily="34" charset="0"/>
              </a:rPr>
              <a:t>Ms System Center 2012,2016 ( SCCM , SCVMM ,SCOM ,SCSM )</a:t>
            </a:r>
          </a:p>
          <a:p>
            <a:pPr lvl="1"/>
            <a:endParaRPr lang="en-US" sz="900" dirty="0">
              <a:solidFill>
                <a:srgbClr val="002060"/>
              </a:solidFill>
              <a:latin typeface="Arial" panose="020B0604020202020204" pitchFamily="34" charset="0"/>
              <a:cs typeface="Arial" panose="020B0604020202020204" pitchFamily="34" charset="0"/>
            </a:endParaRPr>
          </a:p>
          <a:p>
            <a:pPr>
              <a:buNone/>
            </a:pPr>
            <a:r>
              <a:rPr lang="en-US" sz="900" b="1" i="1" u="sng" dirty="0">
                <a:solidFill>
                  <a:srgbClr val="002060"/>
                </a:solidFill>
                <a:latin typeface="Arial" panose="020B0604020202020204" pitchFamily="34" charset="0"/>
                <a:cs typeface="Arial" panose="020B0604020202020204" pitchFamily="34" charset="0"/>
              </a:rPr>
              <a:t>Teaching the following Virtualization Courses: </a:t>
            </a:r>
          </a:p>
          <a:p>
            <a:r>
              <a:rPr lang="en-US" sz="900" dirty="0">
                <a:solidFill>
                  <a:srgbClr val="002060"/>
                </a:solidFill>
                <a:latin typeface="Arial" panose="020B0604020202020204" pitchFamily="34" charset="0"/>
                <a:cs typeface="Arial" panose="020B0604020202020204" pitchFamily="34" charset="0"/>
              </a:rPr>
              <a:t>              VMware  </a:t>
            </a:r>
            <a:r>
              <a:rPr lang="en-US" sz="900" dirty="0" err="1">
                <a:solidFill>
                  <a:srgbClr val="002060"/>
                </a:solidFill>
                <a:latin typeface="Arial" panose="020B0604020202020204" pitchFamily="34" charset="0"/>
                <a:cs typeface="Arial" panose="020B0604020202020204" pitchFamily="34" charset="0"/>
              </a:rPr>
              <a:t>VSphere</a:t>
            </a:r>
            <a:r>
              <a:rPr lang="en-US" sz="900" dirty="0">
                <a:solidFill>
                  <a:srgbClr val="002060"/>
                </a:solidFill>
                <a:latin typeface="Arial" panose="020B0604020202020204" pitchFamily="34" charset="0"/>
                <a:cs typeface="Arial" panose="020B0604020202020204" pitchFamily="34" charset="0"/>
              </a:rPr>
              <a:t> 7  datacenter Virtualization track  (VCP-DCV , VCP-NV , VCP-DM)</a:t>
            </a:r>
          </a:p>
          <a:p>
            <a:r>
              <a:rPr lang="en-US" sz="900" dirty="0">
                <a:solidFill>
                  <a:srgbClr val="002060"/>
                </a:solidFill>
                <a:latin typeface="Arial" panose="020B0604020202020204" pitchFamily="34" charset="0"/>
                <a:cs typeface="Arial" panose="020B0604020202020204" pitchFamily="34" charset="0"/>
              </a:rPr>
              <a:t>              Citrix </a:t>
            </a:r>
            <a:r>
              <a:rPr lang="en-US" sz="900" dirty="0" err="1">
                <a:solidFill>
                  <a:srgbClr val="002060"/>
                </a:solidFill>
                <a:latin typeface="Arial" panose="020B0604020202020204" pitchFamily="34" charset="0"/>
                <a:cs typeface="Arial" panose="020B0604020202020204" pitchFamily="34" charset="0"/>
              </a:rPr>
              <a:t>XenServer</a:t>
            </a:r>
            <a:r>
              <a:rPr lang="en-US" sz="900" dirty="0">
                <a:solidFill>
                  <a:srgbClr val="002060"/>
                </a:solidFill>
                <a:latin typeface="Arial" panose="020B0604020202020204" pitchFamily="34" charset="0"/>
                <a:cs typeface="Arial" panose="020B0604020202020204" pitchFamily="34" charset="0"/>
              </a:rPr>
              <a:t> 6 and Administration for Citrix </a:t>
            </a:r>
            <a:r>
              <a:rPr lang="en-US" sz="900" dirty="0" err="1">
                <a:solidFill>
                  <a:srgbClr val="002060"/>
                </a:solidFill>
                <a:latin typeface="Arial" panose="020B0604020202020204" pitchFamily="34" charset="0"/>
                <a:cs typeface="Arial" panose="020B0604020202020204" pitchFamily="34" charset="0"/>
              </a:rPr>
              <a:t>XenApp</a:t>
            </a:r>
            <a:r>
              <a:rPr lang="en-US" sz="900" dirty="0">
                <a:solidFill>
                  <a:srgbClr val="002060"/>
                </a:solidFill>
                <a:latin typeface="Arial" panose="020B0604020202020204" pitchFamily="34" charset="0"/>
                <a:cs typeface="Arial" panose="020B0604020202020204" pitchFamily="34" charset="0"/>
              </a:rPr>
              <a:t> 6</a:t>
            </a:r>
          </a:p>
          <a:p>
            <a:r>
              <a:rPr lang="en-US" sz="900" dirty="0">
                <a:solidFill>
                  <a:srgbClr val="002060"/>
                </a:solidFill>
                <a:latin typeface="Arial" panose="020B0604020202020204" pitchFamily="34" charset="0"/>
                <a:cs typeface="Arial" panose="020B0604020202020204" pitchFamily="34" charset="0"/>
              </a:rPr>
              <a:t>               Red hat Enterprise Virtualization Manager </a:t>
            </a:r>
          </a:p>
        </p:txBody>
      </p:sp>
    </p:spTree>
    <p:extLst>
      <p:ext uri="{BB962C8B-B14F-4D97-AF65-F5344CB8AC3E}">
        <p14:creationId xmlns:p14="http://schemas.microsoft.com/office/powerpoint/2010/main" val="1762518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63F47F-FA8E-A8B3-A430-1A3C94E43362}"/>
              </a:ext>
            </a:extLst>
          </p:cNvPr>
          <p:cNvPicPr>
            <a:picLocks noChangeAspect="1"/>
          </p:cNvPicPr>
          <p:nvPr/>
        </p:nvPicPr>
        <p:blipFill rotWithShape="1">
          <a:blip r:embed="rId2">
            <a:extLst>
              <a:ext uri="{28A0092B-C50C-407E-A947-70E740481C1C}">
                <a14:useLocalDpi xmlns:a14="http://schemas.microsoft.com/office/drawing/2010/main" val="0"/>
              </a:ext>
            </a:extLst>
          </a:blip>
          <a:srcRect t="7019" b="7836"/>
          <a:stretch/>
        </p:blipFill>
        <p:spPr>
          <a:xfrm>
            <a:off x="616928" y="697115"/>
            <a:ext cx="10588243" cy="5071211"/>
          </a:xfrm>
          <a:prstGeom prst="rect">
            <a:avLst/>
          </a:prstGeom>
        </p:spPr>
      </p:pic>
    </p:spTree>
    <p:extLst>
      <p:ext uri="{BB962C8B-B14F-4D97-AF65-F5344CB8AC3E}">
        <p14:creationId xmlns:p14="http://schemas.microsoft.com/office/powerpoint/2010/main" val="2716365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691784-7B06-AA64-DF32-F538FC23D9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240379"/>
          </a:xfrm>
          <a:prstGeom prst="rect">
            <a:avLst/>
          </a:prstGeom>
        </p:spPr>
      </p:pic>
    </p:spTree>
    <p:extLst>
      <p:ext uri="{BB962C8B-B14F-4D97-AF65-F5344CB8AC3E}">
        <p14:creationId xmlns:p14="http://schemas.microsoft.com/office/powerpoint/2010/main" val="1614392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3069F3-2959-493C-16C9-416DACBA8AE0}"/>
              </a:ext>
            </a:extLst>
          </p:cNvPr>
          <p:cNvPicPr>
            <a:picLocks noChangeAspect="1"/>
          </p:cNvPicPr>
          <p:nvPr/>
        </p:nvPicPr>
        <p:blipFill>
          <a:blip r:embed="rId2"/>
          <a:stretch>
            <a:fillRect/>
          </a:stretch>
        </p:blipFill>
        <p:spPr>
          <a:xfrm>
            <a:off x="450417" y="1534001"/>
            <a:ext cx="9256291" cy="4783076"/>
          </a:xfrm>
          <a:prstGeom prst="rect">
            <a:avLst/>
          </a:prstGeom>
        </p:spPr>
      </p:pic>
      <p:sp>
        <p:nvSpPr>
          <p:cNvPr id="4" name="TextBox 3">
            <a:extLst>
              <a:ext uri="{FF2B5EF4-FFF2-40B4-BE49-F238E27FC236}">
                <a16:creationId xmlns:a16="http://schemas.microsoft.com/office/drawing/2014/main" id="{EEE20CCB-C392-7580-638F-B29464C86520}"/>
              </a:ext>
            </a:extLst>
          </p:cNvPr>
          <p:cNvSpPr txBox="1"/>
          <p:nvPr/>
        </p:nvSpPr>
        <p:spPr>
          <a:xfrm>
            <a:off x="3829538" y="866266"/>
            <a:ext cx="8062227" cy="1077218"/>
          </a:xfrm>
          <a:prstGeom prst="rect">
            <a:avLst/>
          </a:prstGeom>
          <a:noFill/>
        </p:spPr>
        <p:txBody>
          <a:bodyPr wrap="square">
            <a:spAutoFit/>
          </a:bodyPr>
          <a:lstStyle/>
          <a:p>
            <a:pPr marL="285750" indent="-285750">
              <a:buFont typeface="Wingdings" panose="05000000000000000000" pitchFamily="2" charset="2"/>
              <a:buChar char="ü"/>
            </a:pPr>
            <a:r>
              <a:rPr lang="en-US" sz="1600" dirty="0">
                <a:solidFill>
                  <a:srgbClr val="0070C0"/>
                </a:solidFill>
                <a:latin typeface="Berlin Sans FB" panose="020E0602020502020306" pitchFamily="34" charset="0"/>
              </a:rPr>
              <a:t>ISACA (formerly known as the Information Systems Audit and Control</a:t>
            </a:r>
            <a:r>
              <a:rPr lang="ar-SA" sz="1600" dirty="0">
                <a:solidFill>
                  <a:srgbClr val="0070C0"/>
                </a:solidFill>
                <a:latin typeface="Berlin Sans FB" panose="020E0602020502020306" pitchFamily="34" charset="0"/>
              </a:rPr>
              <a:t> </a:t>
            </a:r>
            <a:r>
              <a:rPr lang="en-US" sz="1600" dirty="0">
                <a:solidFill>
                  <a:srgbClr val="0070C0"/>
                </a:solidFill>
                <a:latin typeface="Berlin Sans FB" panose="020E0602020502020306" pitchFamily="34" charset="0"/>
              </a:rPr>
              <a:t>Association)</a:t>
            </a:r>
            <a:r>
              <a:rPr lang="ar-SA" sz="1600" dirty="0">
                <a:solidFill>
                  <a:srgbClr val="0070C0"/>
                </a:solidFill>
                <a:latin typeface="Berlin Sans FB" panose="020E0602020502020306" pitchFamily="34" charset="0"/>
              </a:rPr>
              <a:t>  </a:t>
            </a:r>
          </a:p>
          <a:p>
            <a:pPr lvl="1"/>
            <a:r>
              <a:rPr lang="en-US" sz="1600" dirty="0">
                <a:solidFill>
                  <a:srgbClr val="0070C0"/>
                </a:solidFill>
                <a:latin typeface="Berlin Sans FB" panose="020E0602020502020306" pitchFamily="34" charset="0"/>
              </a:rPr>
              <a:t>administers several exam certifications, including the Certified Information Systems Auditor (CISA), the Certified in Risk and Information Systems Control (CRISC), and the Certified in the Governance of Enterprise IT (CGEIT) certifications.</a:t>
            </a:r>
          </a:p>
        </p:txBody>
      </p:sp>
      <p:pic>
        <p:nvPicPr>
          <p:cNvPr id="2" name="Picture 1">
            <a:extLst>
              <a:ext uri="{FF2B5EF4-FFF2-40B4-BE49-F238E27FC236}">
                <a16:creationId xmlns:a16="http://schemas.microsoft.com/office/drawing/2014/main" id="{537EAA15-8FE7-AF9D-9D34-E9227A02ED0D}"/>
              </a:ext>
            </a:extLst>
          </p:cNvPr>
          <p:cNvPicPr>
            <a:picLocks noChangeAspect="1"/>
          </p:cNvPicPr>
          <p:nvPr/>
        </p:nvPicPr>
        <p:blipFill rotWithShape="1">
          <a:blip r:embed="rId3">
            <a:extLst>
              <a:ext uri="{28A0092B-C50C-407E-A947-70E740481C1C}">
                <a14:useLocalDpi xmlns:a14="http://schemas.microsoft.com/office/drawing/2010/main" val="0"/>
              </a:ext>
            </a:extLst>
          </a:blip>
          <a:srcRect t="7486" r="55548" b="81779"/>
          <a:stretch/>
        </p:blipFill>
        <p:spPr>
          <a:xfrm>
            <a:off x="-162733" y="115990"/>
            <a:ext cx="4262034" cy="578926"/>
          </a:xfrm>
          <a:prstGeom prst="rect">
            <a:avLst/>
          </a:prstGeom>
        </p:spPr>
      </p:pic>
    </p:spTree>
    <p:extLst>
      <p:ext uri="{BB962C8B-B14F-4D97-AF65-F5344CB8AC3E}">
        <p14:creationId xmlns:p14="http://schemas.microsoft.com/office/powerpoint/2010/main" val="2173760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0D7BE8-C0EC-E34B-8602-F7B31D55F8AA}"/>
              </a:ext>
            </a:extLst>
          </p:cNvPr>
          <p:cNvPicPr>
            <a:picLocks noChangeAspect="1"/>
          </p:cNvPicPr>
          <p:nvPr/>
        </p:nvPicPr>
        <p:blipFill>
          <a:blip r:embed="rId2"/>
          <a:stretch>
            <a:fillRect/>
          </a:stretch>
        </p:blipFill>
        <p:spPr>
          <a:xfrm>
            <a:off x="185789" y="263790"/>
            <a:ext cx="11422069" cy="5877745"/>
          </a:xfrm>
          <a:prstGeom prst="rect">
            <a:avLst/>
          </a:prstGeom>
        </p:spPr>
      </p:pic>
    </p:spTree>
    <p:extLst>
      <p:ext uri="{BB962C8B-B14F-4D97-AF65-F5344CB8AC3E}">
        <p14:creationId xmlns:p14="http://schemas.microsoft.com/office/powerpoint/2010/main" val="951127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F5EEC9-E3E1-64CC-E7B9-4D9FBE6A36B6}"/>
              </a:ext>
            </a:extLst>
          </p:cNvPr>
          <p:cNvPicPr>
            <a:picLocks noChangeAspect="1"/>
          </p:cNvPicPr>
          <p:nvPr/>
        </p:nvPicPr>
        <p:blipFill rotWithShape="1">
          <a:blip r:embed="rId3">
            <a:extLst>
              <a:ext uri="{28A0092B-C50C-407E-A947-70E740481C1C}">
                <a14:useLocalDpi xmlns:a14="http://schemas.microsoft.com/office/drawing/2010/main" val="0"/>
              </a:ext>
            </a:extLst>
          </a:blip>
          <a:srcRect t="7953"/>
          <a:stretch/>
        </p:blipFill>
        <p:spPr>
          <a:xfrm>
            <a:off x="0" y="0"/>
            <a:ext cx="12192000" cy="6312568"/>
          </a:xfrm>
          <a:prstGeom prst="rect">
            <a:avLst/>
          </a:prstGeom>
        </p:spPr>
      </p:pic>
    </p:spTree>
    <p:extLst>
      <p:ext uri="{BB962C8B-B14F-4D97-AF65-F5344CB8AC3E}">
        <p14:creationId xmlns:p14="http://schemas.microsoft.com/office/powerpoint/2010/main" val="2138456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1D3308-D286-C869-B765-D30127D9A09C}"/>
              </a:ext>
            </a:extLst>
          </p:cNvPr>
          <p:cNvPicPr>
            <a:picLocks noChangeAspect="1"/>
          </p:cNvPicPr>
          <p:nvPr/>
        </p:nvPicPr>
        <p:blipFill>
          <a:blip r:embed="rId2"/>
          <a:stretch>
            <a:fillRect/>
          </a:stretch>
        </p:blipFill>
        <p:spPr>
          <a:xfrm>
            <a:off x="250157" y="538162"/>
            <a:ext cx="11563350" cy="5476875"/>
          </a:xfrm>
          <a:prstGeom prst="rect">
            <a:avLst/>
          </a:prstGeom>
        </p:spPr>
      </p:pic>
    </p:spTree>
    <p:extLst>
      <p:ext uri="{BB962C8B-B14F-4D97-AF65-F5344CB8AC3E}">
        <p14:creationId xmlns:p14="http://schemas.microsoft.com/office/powerpoint/2010/main" val="149561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1B43A6-82A4-6F83-F67F-B05C147CE6EF}"/>
              </a:ext>
            </a:extLst>
          </p:cNvPr>
          <p:cNvPicPr>
            <a:picLocks noChangeAspect="1"/>
          </p:cNvPicPr>
          <p:nvPr/>
        </p:nvPicPr>
        <p:blipFill rotWithShape="1">
          <a:blip r:embed="rId2">
            <a:extLst>
              <a:ext uri="{28A0092B-C50C-407E-A947-70E740481C1C}">
                <a14:useLocalDpi xmlns:a14="http://schemas.microsoft.com/office/drawing/2010/main" val="0"/>
              </a:ext>
            </a:extLst>
          </a:blip>
          <a:srcRect l="67500" t="33025" b="18811"/>
          <a:stretch/>
        </p:blipFill>
        <p:spPr>
          <a:xfrm>
            <a:off x="8490857" y="2724539"/>
            <a:ext cx="3962400" cy="3303037"/>
          </a:xfrm>
          <a:prstGeom prst="rect">
            <a:avLst/>
          </a:prstGeom>
        </p:spPr>
      </p:pic>
      <p:pic>
        <p:nvPicPr>
          <p:cNvPr id="4" name="Picture 3">
            <a:extLst>
              <a:ext uri="{FF2B5EF4-FFF2-40B4-BE49-F238E27FC236}">
                <a16:creationId xmlns:a16="http://schemas.microsoft.com/office/drawing/2014/main" id="{713DFE2C-EC0E-D9DB-4954-814E34C03233}"/>
              </a:ext>
            </a:extLst>
          </p:cNvPr>
          <p:cNvPicPr>
            <a:picLocks noChangeAspect="1"/>
          </p:cNvPicPr>
          <p:nvPr/>
        </p:nvPicPr>
        <p:blipFill>
          <a:blip r:embed="rId3"/>
          <a:stretch>
            <a:fillRect/>
          </a:stretch>
        </p:blipFill>
        <p:spPr>
          <a:xfrm>
            <a:off x="701377" y="282485"/>
            <a:ext cx="11037949" cy="2080100"/>
          </a:xfrm>
          <a:prstGeom prst="rect">
            <a:avLst/>
          </a:prstGeom>
        </p:spPr>
      </p:pic>
      <p:pic>
        <p:nvPicPr>
          <p:cNvPr id="8" name="Picture 7">
            <a:extLst>
              <a:ext uri="{FF2B5EF4-FFF2-40B4-BE49-F238E27FC236}">
                <a16:creationId xmlns:a16="http://schemas.microsoft.com/office/drawing/2014/main" id="{BFEE35B2-011C-0983-E2BB-FB2633A1BBCF}"/>
              </a:ext>
            </a:extLst>
          </p:cNvPr>
          <p:cNvPicPr>
            <a:picLocks noChangeAspect="1"/>
          </p:cNvPicPr>
          <p:nvPr/>
        </p:nvPicPr>
        <p:blipFill rotWithShape="1">
          <a:blip r:embed="rId4"/>
          <a:srcRect t="18881" b="10841"/>
          <a:stretch/>
        </p:blipFill>
        <p:spPr>
          <a:xfrm>
            <a:off x="576508" y="2448299"/>
            <a:ext cx="3124636" cy="957372"/>
          </a:xfrm>
          <a:prstGeom prst="rect">
            <a:avLst/>
          </a:prstGeom>
        </p:spPr>
      </p:pic>
      <p:pic>
        <p:nvPicPr>
          <p:cNvPr id="10" name="Picture 9">
            <a:extLst>
              <a:ext uri="{FF2B5EF4-FFF2-40B4-BE49-F238E27FC236}">
                <a16:creationId xmlns:a16="http://schemas.microsoft.com/office/drawing/2014/main" id="{7B436E31-52E6-A996-09CD-3C684BAF5B6D}"/>
              </a:ext>
            </a:extLst>
          </p:cNvPr>
          <p:cNvPicPr>
            <a:picLocks noChangeAspect="1"/>
          </p:cNvPicPr>
          <p:nvPr/>
        </p:nvPicPr>
        <p:blipFill>
          <a:blip r:embed="rId5"/>
          <a:stretch>
            <a:fillRect/>
          </a:stretch>
        </p:blipFill>
        <p:spPr>
          <a:xfrm>
            <a:off x="3701144" y="2791200"/>
            <a:ext cx="3381847" cy="1400370"/>
          </a:xfrm>
          <a:prstGeom prst="rect">
            <a:avLst/>
          </a:prstGeom>
        </p:spPr>
      </p:pic>
      <p:pic>
        <p:nvPicPr>
          <p:cNvPr id="12" name="Picture 11">
            <a:extLst>
              <a:ext uri="{FF2B5EF4-FFF2-40B4-BE49-F238E27FC236}">
                <a16:creationId xmlns:a16="http://schemas.microsoft.com/office/drawing/2014/main" id="{F1D35439-00FC-5677-8B53-7B42A8E04C6F}"/>
              </a:ext>
            </a:extLst>
          </p:cNvPr>
          <p:cNvPicPr>
            <a:picLocks noChangeAspect="1"/>
          </p:cNvPicPr>
          <p:nvPr/>
        </p:nvPicPr>
        <p:blipFill>
          <a:blip r:embed="rId6"/>
          <a:stretch>
            <a:fillRect/>
          </a:stretch>
        </p:blipFill>
        <p:spPr>
          <a:xfrm>
            <a:off x="1154051" y="3896254"/>
            <a:ext cx="3858163" cy="1105054"/>
          </a:xfrm>
          <a:prstGeom prst="rect">
            <a:avLst/>
          </a:prstGeom>
        </p:spPr>
      </p:pic>
      <p:pic>
        <p:nvPicPr>
          <p:cNvPr id="14" name="Picture 13">
            <a:extLst>
              <a:ext uri="{FF2B5EF4-FFF2-40B4-BE49-F238E27FC236}">
                <a16:creationId xmlns:a16="http://schemas.microsoft.com/office/drawing/2014/main" id="{63596E23-AAEB-E564-32D2-58F44E103EC6}"/>
              </a:ext>
            </a:extLst>
          </p:cNvPr>
          <p:cNvPicPr>
            <a:picLocks noChangeAspect="1"/>
          </p:cNvPicPr>
          <p:nvPr/>
        </p:nvPicPr>
        <p:blipFill>
          <a:blip r:embed="rId7"/>
          <a:stretch>
            <a:fillRect/>
          </a:stretch>
        </p:blipFill>
        <p:spPr>
          <a:xfrm>
            <a:off x="3321291" y="5030996"/>
            <a:ext cx="3905795" cy="1105054"/>
          </a:xfrm>
          <a:prstGeom prst="rect">
            <a:avLst/>
          </a:prstGeom>
        </p:spPr>
      </p:pic>
    </p:spTree>
    <p:extLst>
      <p:ext uri="{BB962C8B-B14F-4D97-AF65-F5344CB8AC3E}">
        <p14:creationId xmlns:p14="http://schemas.microsoft.com/office/powerpoint/2010/main" val="3728467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386ED9-FB18-BA78-9162-00BB992E51A5}"/>
              </a:ext>
            </a:extLst>
          </p:cNvPr>
          <p:cNvPicPr>
            <a:picLocks noChangeAspect="1"/>
          </p:cNvPicPr>
          <p:nvPr/>
        </p:nvPicPr>
        <p:blipFill rotWithShape="1">
          <a:blip r:embed="rId2"/>
          <a:srcRect l="5797" r="6242"/>
          <a:stretch/>
        </p:blipFill>
        <p:spPr>
          <a:xfrm>
            <a:off x="425511" y="559948"/>
            <a:ext cx="9884265" cy="4591473"/>
          </a:xfrm>
          <a:prstGeom prst="rect">
            <a:avLst/>
          </a:prstGeom>
        </p:spPr>
      </p:pic>
      <p:pic>
        <p:nvPicPr>
          <p:cNvPr id="2" name="Picture 1">
            <a:extLst>
              <a:ext uri="{FF2B5EF4-FFF2-40B4-BE49-F238E27FC236}">
                <a16:creationId xmlns:a16="http://schemas.microsoft.com/office/drawing/2014/main" id="{D05CD97A-5FFD-0EBB-C02E-ACBAC15EE1A0}"/>
              </a:ext>
            </a:extLst>
          </p:cNvPr>
          <p:cNvPicPr>
            <a:picLocks noChangeAspect="1"/>
          </p:cNvPicPr>
          <p:nvPr/>
        </p:nvPicPr>
        <p:blipFill>
          <a:blip r:embed="rId3"/>
          <a:stretch>
            <a:fillRect/>
          </a:stretch>
        </p:blipFill>
        <p:spPr>
          <a:xfrm>
            <a:off x="9608097" y="3544656"/>
            <a:ext cx="2429995" cy="2645893"/>
          </a:xfrm>
          <a:prstGeom prst="rect">
            <a:avLst/>
          </a:prstGeom>
        </p:spPr>
      </p:pic>
    </p:spTree>
    <p:extLst>
      <p:ext uri="{BB962C8B-B14F-4D97-AF65-F5344CB8AC3E}">
        <p14:creationId xmlns:p14="http://schemas.microsoft.com/office/powerpoint/2010/main" val="983818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EE511A-A30A-054A-3DA4-8BBD563D34D6}"/>
              </a:ext>
            </a:extLst>
          </p:cNvPr>
          <p:cNvPicPr>
            <a:picLocks noChangeAspect="1"/>
          </p:cNvPicPr>
          <p:nvPr/>
        </p:nvPicPr>
        <p:blipFill>
          <a:blip r:embed="rId2"/>
          <a:stretch>
            <a:fillRect/>
          </a:stretch>
        </p:blipFill>
        <p:spPr>
          <a:xfrm>
            <a:off x="537387" y="1123456"/>
            <a:ext cx="11117226" cy="3705742"/>
          </a:xfrm>
          <a:prstGeom prst="rect">
            <a:avLst/>
          </a:prstGeom>
        </p:spPr>
      </p:pic>
      <p:pic>
        <p:nvPicPr>
          <p:cNvPr id="2" name="Picture 1">
            <a:extLst>
              <a:ext uri="{FF2B5EF4-FFF2-40B4-BE49-F238E27FC236}">
                <a16:creationId xmlns:a16="http://schemas.microsoft.com/office/drawing/2014/main" id="{E8033D3F-42D0-D3CD-93B1-F33B1930358C}"/>
              </a:ext>
            </a:extLst>
          </p:cNvPr>
          <p:cNvPicPr>
            <a:picLocks noChangeAspect="1"/>
          </p:cNvPicPr>
          <p:nvPr/>
        </p:nvPicPr>
        <p:blipFill rotWithShape="1">
          <a:blip r:embed="rId3"/>
          <a:srcRect l="17472"/>
          <a:stretch/>
        </p:blipFill>
        <p:spPr>
          <a:xfrm>
            <a:off x="8981038" y="3356886"/>
            <a:ext cx="3084214" cy="2944623"/>
          </a:xfrm>
          <a:prstGeom prst="rect">
            <a:avLst/>
          </a:prstGeom>
        </p:spPr>
      </p:pic>
    </p:spTree>
    <p:extLst>
      <p:ext uri="{BB962C8B-B14F-4D97-AF65-F5344CB8AC3E}">
        <p14:creationId xmlns:p14="http://schemas.microsoft.com/office/powerpoint/2010/main" val="17525070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5F7C94-1BDD-7891-34C2-D9862E02A494}"/>
              </a:ext>
            </a:extLst>
          </p:cNvPr>
          <p:cNvPicPr>
            <a:picLocks noChangeAspect="1"/>
          </p:cNvPicPr>
          <p:nvPr/>
        </p:nvPicPr>
        <p:blipFill>
          <a:blip r:embed="rId2"/>
          <a:stretch>
            <a:fillRect/>
          </a:stretch>
        </p:blipFill>
        <p:spPr>
          <a:xfrm>
            <a:off x="1004934" y="443962"/>
            <a:ext cx="9332740" cy="5367796"/>
          </a:xfrm>
          <a:prstGeom prst="rect">
            <a:avLst/>
          </a:prstGeom>
        </p:spPr>
      </p:pic>
      <p:pic>
        <p:nvPicPr>
          <p:cNvPr id="2" name="Picture 1">
            <a:extLst>
              <a:ext uri="{FF2B5EF4-FFF2-40B4-BE49-F238E27FC236}">
                <a16:creationId xmlns:a16="http://schemas.microsoft.com/office/drawing/2014/main" id="{3797AAC9-F286-BF35-9CA2-03AED2F23899}"/>
              </a:ext>
            </a:extLst>
          </p:cNvPr>
          <p:cNvPicPr>
            <a:picLocks noChangeAspect="1"/>
          </p:cNvPicPr>
          <p:nvPr/>
        </p:nvPicPr>
        <p:blipFill rotWithShape="1">
          <a:blip r:embed="rId3"/>
          <a:srcRect l="15536" t="6620" r="4970"/>
          <a:stretch/>
        </p:blipFill>
        <p:spPr>
          <a:xfrm>
            <a:off x="9248052" y="3503691"/>
            <a:ext cx="2580426" cy="2707665"/>
          </a:xfrm>
          <a:prstGeom prst="rect">
            <a:avLst/>
          </a:prstGeom>
        </p:spPr>
      </p:pic>
    </p:spTree>
    <p:extLst>
      <p:ext uri="{BB962C8B-B14F-4D97-AF65-F5344CB8AC3E}">
        <p14:creationId xmlns:p14="http://schemas.microsoft.com/office/powerpoint/2010/main" val="894085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64E5FF-D8FB-8404-7D31-534A0C27F711}"/>
              </a:ext>
            </a:extLst>
          </p:cNvPr>
          <p:cNvPicPr>
            <a:picLocks noChangeAspect="1"/>
          </p:cNvPicPr>
          <p:nvPr/>
        </p:nvPicPr>
        <p:blipFill>
          <a:blip r:embed="rId2"/>
          <a:stretch>
            <a:fillRect/>
          </a:stretch>
        </p:blipFill>
        <p:spPr>
          <a:xfrm>
            <a:off x="440835" y="481639"/>
            <a:ext cx="10233202" cy="4425656"/>
          </a:xfrm>
          <a:prstGeom prst="rect">
            <a:avLst/>
          </a:prstGeom>
        </p:spPr>
      </p:pic>
      <p:pic>
        <p:nvPicPr>
          <p:cNvPr id="2" name="Picture 1">
            <a:extLst>
              <a:ext uri="{FF2B5EF4-FFF2-40B4-BE49-F238E27FC236}">
                <a16:creationId xmlns:a16="http://schemas.microsoft.com/office/drawing/2014/main" id="{C8DF931D-61F8-04FD-78A4-F3097F657EF3}"/>
              </a:ext>
            </a:extLst>
          </p:cNvPr>
          <p:cNvPicPr>
            <a:picLocks noChangeAspect="1"/>
          </p:cNvPicPr>
          <p:nvPr/>
        </p:nvPicPr>
        <p:blipFill>
          <a:blip r:embed="rId3"/>
          <a:stretch>
            <a:fillRect/>
          </a:stretch>
        </p:blipFill>
        <p:spPr>
          <a:xfrm>
            <a:off x="8465444" y="3711920"/>
            <a:ext cx="3158019" cy="2545701"/>
          </a:xfrm>
          <a:prstGeom prst="rect">
            <a:avLst/>
          </a:prstGeom>
        </p:spPr>
      </p:pic>
    </p:spTree>
    <p:extLst>
      <p:ext uri="{BB962C8B-B14F-4D97-AF65-F5344CB8AC3E}">
        <p14:creationId xmlns:p14="http://schemas.microsoft.com/office/powerpoint/2010/main" val="660583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B3F9559-026D-9C15-D005-8C838BDF9EC9}"/>
              </a:ext>
            </a:extLst>
          </p:cNvPr>
          <p:cNvSpPr txBox="1"/>
          <p:nvPr/>
        </p:nvSpPr>
        <p:spPr>
          <a:xfrm>
            <a:off x="1301435" y="543594"/>
            <a:ext cx="10459016" cy="5770811"/>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Collect and review existing information regarding the organization’s business and IT environments.</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Identify potential or realized impacts of IT risk to the organization’s business objectives and operations.</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Identify threats and vulnerabilities to the organization’s people, processes and technology.</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Evaluate threats, vulnerabilities and risk to identify IT risk scenarios.</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Establish accountability by assigning and validating appropriate levels of risk and control ownership.</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Establish and maintain the IT risk register and incorporate it into the enterprise-wide risk profile.</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Facilitate the identification of risk appetite and risk tolerance by key stakeholders.</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Promote a risk-aware culture by contributing to the development and implementation of security awareness training.</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Conduct a risk assessment by analyzing IT risk scenarios and determining their likelihood and impact.</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Identify the current state of existing controls and evaluate their effectiveness for IT risk mitigation.</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Review the results of risk analysis and control analysis to assess any gaps between current and desired states of the IT risk environment.</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Facilitate the selection of recommended risk responses by key stakeholders.</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Collaborate with risk owners on the development of risk treatment plans.</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Collaborate with control owners on the selection, design, implementation and maintenance of controls. </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Validate that risk responses have been executed according to risk treatment plans.</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Define and establish key risk indicators (KRIs).</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Monitor and analyze key risk indicators (KRIs).</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Collaborate with control owners on the identification of key performance indicators (KPIs) and key control indicators (KCIs).</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Monitor and analyze key performance indicators (KPIs) and key control indicators (KCIs).</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Review the results of control assessments to determine the effectiveness and maturity of the control environment.</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Report relevant risk and control information to applicable stakeholders to facilitate risk-based decision-making.</a:t>
            </a:r>
          </a:p>
          <a:p>
            <a:pPr marL="0" marR="0" lvl="0" indent="0" algn="l" defTabSz="914400" rtl="0" eaLnBrk="1" fontAlgn="auto" latinLnBrk="0" hangingPunct="1">
              <a:lnSpc>
                <a:spcPct val="100000"/>
              </a:lnSpc>
              <a:spcBef>
                <a:spcPts val="600"/>
              </a:spcBef>
              <a:spcAft>
                <a:spcPts val="0"/>
              </a:spcAft>
              <a:buClrTx/>
              <a:buSzTx/>
              <a:buFont typeface="+mj-lt"/>
              <a:buAutoNum type="arabicPeriod"/>
              <a:tabLst/>
              <a:defRPr/>
            </a:pPr>
            <a:r>
              <a:rPr kumimoji="0" lang="en-US" sz="12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Evaluate alignment of business practices with risk management and information security frameworks and standards.</a:t>
            </a:r>
          </a:p>
        </p:txBody>
      </p:sp>
      <p:sp>
        <p:nvSpPr>
          <p:cNvPr id="7" name="TextBox 6">
            <a:extLst>
              <a:ext uri="{FF2B5EF4-FFF2-40B4-BE49-F238E27FC236}">
                <a16:creationId xmlns:a16="http://schemas.microsoft.com/office/drawing/2014/main" id="{094D893F-D861-3B7E-59B2-A527FBBA3E49}"/>
              </a:ext>
            </a:extLst>
          </p:cNvPr>
          <p:cNvSpPr txBox="1"/>
          <p:nvPr/>
        </p:nvSpPr>
        <p:spPr>
          <a:xfrm>
            <a:off x="3945048" y="52056"/>
            <a:ext cx="609750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SUPPORTING TASKS </a:t>
            </a:r>
          </a:p>
        </p:txBody>
      </p:sp>
    </p:spTree>
    <p:extLst>
      <p:ext uri="{BB962C8B-B14F-4D97-AF65-F5344CB8AC3E}">
        <p14:creationId xmlns:p14="http://schemas.microsoft.com/office/powerpoint/2010/main" val="1882931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849ADD-EC05-BF98-AAC7-C04E02E0706D}"/>
              </a:ext>
            </a:extLst>
          </p:cNvPr>
          <p:cNvPicPr>
            <a:picLocks noChangeAspect="1"/>
          </p:cNvPicPr>
          <p:nvPr/>
        </p:nvPicPr>
        <p:blipFill rotWithShape="1">
          <a:blip r:embed="rId2">
            <a:extLst>
              <a:ext uri="{28A0092B-C50C-407E-A947-70E740481C1C}">
                <a14:useLocalDpi xmlns:a14="http://schemas.microsoft.com/office/drawing/2010/main" val="0"/>
              </a:ext>
            </a:extLst>
          </a:blip>
          <a:srcRect t="8772"/>
          <a:stretch/>
        </p:blipFill>
        <p:spPr>
          <a:xfrm>
            <a:off x="0" y="0"/>
            <a:ext cx="12192000" cy="6256421"/>
          </a:xfrm>
          <a:prstGeom prst="rect">
            <a:avLst/>
          </a:prstGeom>
        </p:spPr>
      </p:pic>
    </p:spTree>
    <p:extLst>
      <p:ext uri="{BB962C8B-B14F-4D97-AF65-F5344CB8AC3E}">
        <p14:creationId xmlns:p14="http://schemas.microsoft.com/office/powerpoint/2010/main" val="274694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89BC7A-B2CE-1DE7-93BF-038DC5E4490B}"/>
              </a:ext>
            </a:extLst>
          </p:cNvPr>
          <p:cNvPicPr>
            <a:picLocks noChangeAspect="1"/>
          </p:cNvPicPr>
          <p:nvPr/>
        </p:nvPicPr>
        <p:blipFill rotWithShape="1">
          <a:blip r:embed="rId2">
            <a:extLst>
              <a:ext uri="{28A0092B-C50C-407E-A947-70E740481C1C}">
                <a14:useLocalDpi xmlns:a14="http://schemas.microsoft.com/office/drawing/2010/main" val="0"/>
              </a:ext>
            </a:extLst>
          </a:blip>
          <a:srcRect t="6784"/>
          <a:stretch/>
        </p:blipFill>
        <p:spPr>
          <a:xfrm>
            <a:off x="0" y="-56148"/>
            <a:ext cx="12192000" cy="6392779"/>
          </a:xfrm>
          <a:prstGeom prst="rect">
            <a:avLst/>
          </a:prstGeom>
        </p:spPr>
      </p:pic>
    </p:spTree>
    <p:extLst>
      <p:ext uri="{BB962C8B-B14F-4D97-AF65-F5344CB8AC3E}">
        <p14:creationId xmlns:p14="http://schemas.microsoft.com/office/powerpoint/2010/main" val="2954367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91D7A3A-A784-4D5B-E1E1-C696987D17A6}"/>
              </a:ext>
            </a:extLst>
          </p:cNvPr>
          <p:cNvPicPr>
            <a:picLocks noChangeAspect="1"/>
          </p:cNvPicPr>
          <p:nvPr/>
        </p:nvPicPr>
        <p:blipFill>
          <a:blip r:embed="rId2"/>
          <a:stretch>
            <a:fillRect/>
          </a:stretch>
        </p:blipFill>
        <p:spPr>
          <a:xfrm>
            <a:off x="1747318" y="421937"/>
            <a:ext cx="8519312" cy="5663361"/>
          </a:xfrm>
          <a:prstGeom prst="rect">
            <a:avLst/>
          </a:prstGeom>
        </p:spPr>
      </p:pic>
      <p:sp>
        <p:nvSpPr>
          <p:cNvPr id="3" name="TextBox 2">
            <a:extLst>
              <a:ext uri="{FF2B5EF4-FFF2-40B4-BE49-F238E27FC236}">
                <a16:creationId xmlns:a16="http://schemas.microsoft.com/office/drawing/2014/main" id="{F2F642D2-6E22-AE44-6D30-ECE0CC9E0897}"/>
              </a:ext>
            </a:extLst>
          </p:cNvPr>
          <p:cNvSpPr txBox="1"/>
          <p:nvPr/>
        </p:nvSpPr>
        <p:spPr>
          <a:xfrm>
            <a:off x="5620693" y="2391843"/>
            <a:ext cx="950614" cy="861774"/>
          </a:xfrm>
          <a:prstGeom prst="rect">
            <a:avLst/>
          </a:prstGeom>
          <a:noFill/>
        </p:spPr>
        <p:txBody>
          <a:bodyPr wrap="square" rtlCol="0">
            <a:spAutoFit/>
          </a:bodyPr>
          <a:lstStyle/>
          <a:p>
            <a:r>
              <a:rPr lang="en-US" sz="1600" b="1" dirty="0">
                <a:solidFill>
                  <a:schemeClr val="tx1">
                    <a:lumMod val="50000"/>
                    <a:lumOff val="50000"/>
                  </a:schemeClr>
                </a:solidFill>
                <a:effectLst>
                  <a:outerShdw blurRad="38100" dist="38100" dir="2700000" algn="tl">
                    <a:srgbClr val="000000">
                      <a:alpha val="43137"/>
                    </a:srgbClr>
                  </a:outerShdw>
                </a:effectLst>
                <a:latin typeface="Corbel" panose="020B0503020204020204" pitchFamily="34" charset="0"/>
              </a:rPr>
              <a:t>CRISC</a:t>
            </a:r>
          </a:p>
          <a:p>
            <a:r>
              <a:rPr lang="en-US" sz="1600" b="1" dirty="0">
                <a:solidFill>
                  <a:schemeClr val="tx1">
                    <a:lumMod val="50000"/>
                    <a:lumOff val="50000"/>
                  </a:schemeClr>
                </a:solidFill>
                <a:effectLst>
                  <a:outerShdw blurRad="38100" dist="38100" dir="2700000" algn="tl">
                    <a:srgbClr val="000000">
                      <a:alpha val="43137"/>
                    </a:srgbClr>
                  </a:outerShdw>
                </a:effectLst>
                <a:latin typeface="Corbel" panose="020B0503020204020204" pitchFamily="34" charset="0"/>
              </a:rPr>
              <a:t>CISM</a:t>
            </a:r>
          </a:p>
          <a:p>
            <a:r>
              <a:rPr lang="en-US" sz="1600" b="1" dirty="0">
                <a:solidFill>
                  <a:schemeClr val="tx1">
                    <a:lumMod val="50000"/>
                    <a:lumOff val="50000"/>
                  </a:schemeClr>
                </a:solidFill>
                <a:effectLst>
                  <a:outerShdw blurRad="38100" dist="38100" dir="2700000" algn="tl">
                    <a:srgbClr val="000000">
                      <a:alpha val="43137"/>
                    </a:srgbClr>
                  </a:outerShdw>
                </a:effectLst>
                <a:latin typeface="Corbel" panose="020B0503020204020204" pitchFamily="34" charset="0"/>
              </a:rPr>
              <a:t>CGEIT</a:t>
            </a:r>
          </a:p>
        </p:txBody>
      </p:sp>
    </p:spTree>
    <p:extLst>
      <p:ext uri="{BB962C8B-B14F-4D97-AF65-F5344CB8AC3E}">
        <p14:creationId xmlns:p14="http://schemas.microsoft.com/office/powerpoint/2010/main" val="3116013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BB82AD-151B-2791-47B3-43C2613C2F13}"/>
              </a:ext>
            </a:extLst>
          </p:cNvPr>
          <p:cNvPicPr>
            <a:picLocks noChangeAspect="1"/>
          </p:cNvPicPr>
          <p:nvPr/>
        </p:nvPicPr>
        <p:blipFill rotWithShape="1">
          <a:blip r:embed="rId2">
            <a:extLst>
              <a:ext uri="{28A0092B-C50C-407E-A947-70E740481C1C}">
                <a14:useLocalDpi xmlns:a14="http://schemas.microsoft.com/office/drawing/2010/main" val="0"/>
              </a:ext>
            </a:extLst>
          </a:blip>
          <a:srcRect t="8655"/>
          <a:stretch/>
        </p:blipFill>
        <p:spPr>
          <a:xfrm>
            <a:off x="878186" y="668924"/>
            <a:ext cx="10743446" cy="5520152"/>
          </a:xfrm>
          <a:prstGeom prst="rect">
            <a:avLst/>
          </a:prstGeom>
        </p:spPr>
      </p:pic>
    </p:spTree>
    <p:extLst>
      <p:ext uri="{BB962C8B-B14F-4D97-AF65-F5344CB8AC3E}">
        <p14:creationId xmlns:p14="http://schemas.microsoft.com/office/powerpoint/2010/main" val="12081384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99CF47-C681-7094-CFBE-D5CD1E6ED8C0}"/>
              </a:ext>
            </a:extLst>
          </p:cNvPr>
          <p:cNvPicPr>
            <a:picLocks noChangeAspect="1"/>
          </p:cNvPicPr>
          <p:nvPr/>
        </p:nvPicPr>
        <p:blipFill rotWithShape="1">
          <a:blip r:embed="rId2">
            <a:extLst>
              <a:ext uri="{28A0092B-C50C-407E-A947-70E740481C1C}">
                <a14:useLocalDpi xmlns:a14="http://schemas.microsoft.com/office/drawing/2010/main" val="0"/>
              </a:ext>
            </a:extLst>
          </a:blip>
          <a:srcRect t="8421"/>
          <a:stretch/>
        </p:blipFill>
        <p:spPr>
          <a:xfrm>
            <a:off x="0" y="96253"/>
            <a:ext cx="12192000" cy="6280484"/>
          </a:xfrm>
          <a:prstGeom prst="rect">
            <a:avLst/>
          </a:prstGeom>
        </p:spPr>
      </p:pic>
    </p:spTree>
    <p:extLst>
      <p:ext uri="{BB962C8B-B14F-4D97-AF65-F5344CB8AC3E}">
        <p14:creationId xmlns:p14="http://schemas.microsoft.com/office/powerpoint/2010/main" val="3403768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2B42CB-9B24-AE37-0A43-4D8B15038D48}"/>
              </a:ext>
            </a:extLst>
          </p:cNvPr>
          <p:cNvPicPr>
            <a:picLocks noChangeAspect="1"/>
          </p:cNvPicPr>
          <p:nvPr/>
        </p:nvPicPr>
        <p:blipFill>
          <a:blip r:embed="rId2"/>
          <a:stretch>
            <a:fillRect/>
          </a:stretch>
        </p:blipFill>
        <p:spPr>
          <a:xfrm>
            <a:off x="0" y="75166"/>
            <a:ext cx="11824909" cy="4677904"/>
          </a:xfrm>
          <a:prstGeom prst="rect">
            <a:avLst/>
          </a:prstGeom>
        </p:spPr>
      </p:pic>
      <p:pic>
        <p:nvPicPr>
          <p:cNvPr id="4" name="Picture 3">
            <a:extLst>
              <a:ext uri="{FF2B5EF4-FFF2-40B4-BE49-F238E27FC236}">
                <a16:creationId xmlns:a16="http://schemas.microsoft.com/office/drawing/2014/main" id="{766310EE-FD2D-3E9C-A898-B2B4AD8840B6}"/>
              </a:ext>
            </a:extLst>
          </p:cNvPr>
          <p:cNvPicPr>
            <a:picLocks noChangeAspect="1"/>
          </p:cNvPicPr>
          <p:nvPr/>
        </p:nvPicPr>
        <p:blipFill>
          <a:blip r:embed="rId3"/>
          <a:stretch>
            <a:fillRect/>
          </a:stretch>
        </p:blipFill>
        <p:spPr>
          <a:xfrm>
            <a:off x="199176" y="4962251"/>
            <a:ext cx="8600792" cy="761170"/>
          </a:xfrm>
          <a:prstGeom prst="rect">
            <a:avLst/>
          </a:prstGeom>
        </p:spPr>
      </p:pic>
      <p:pic>
        <p:nvPicPr>
          <p:cNvPr id="5" name="Picture 4">
            <a:extLst>
              <a:ext uri="{FF2B5EF4-FFF2-40B4-BE49-F238E27FC236}">
                <a16:creationId xmlns:a16="http://schemas.microsoft.com/office/drawing/2014/main" id="{40924A3F-3995-A740-9317-60530A0CC4C2}"/>
              </a:ext>
            </a:extLst>
          </p:cNvPr>
          <p:cNvPicPr>
            <a:picLocks noChangeAspect="1"/>
          </p:cNvPicPr>
          <p:nvPr/>
        </p:nvPicPr>
        <p:blipFill>
          <a:blip r:embed="rId4"/>
          <a:stretch>
            <a:fillRect/>
          </a:stretch>
        </p:blipFill>
        <p:spPr>
          <a:xfrm>
            <a:off x="2571184" y="5653929"/>
            <a:ext cx="9062519" cy="557345"/>
          </a:xfrm>
          <a:prstGeom prst="rect">
            <a:avLst/>
          </a:prstGeom>
        </p:spPr>
      </p:pic>
    </p:spTree>
    <p:extLst>
      <p:ext uri="{BB962C8B-B14F-4D97-AF65-F5344CB8AC3E}">
        <p14:creationId xmlns:p14="http://schemas.microsoft.com/office/powerpoint/2010/main" val="2520947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D8BDC3-2BE9-96E5-FF1E-08EBD3D3CAD9}"/>
              </a:ext>
            </a:extLst>
          </p:cNvPr>
          <p:cNvPicPr>
            <a:picLocks noChangeAspect="1"/>
          </p:cNvPicPr>
          <p:nvPr/>
        </p:nvPicPr>
        <p:blipFill>
          <a:blip r:embed="rId2"/>
          <a:stretch>
            <a:fillRect/>
          </a:stretch>
        </p:blipFill>
        <p:spPr>
          <a:xfrm>
            <a:off x="1466660" y="0"/>
            <a:ext cx="9059501" cy="3216391"/>
          </a:xfrm>
          <a:prstGeom prst="rect">
            <a:avLst/>
          </a:prstGeom>
        </p:spPr>
      </p:pic>
      <p:pic>
        <p:nvPicPr>
          <p:cNvPr id="5" name="Picture 4">
            <a:extLst>
              <a:ext uri="{FF2B5EF4-FFF2-40B4-BE49-F238E27FC236}">
                <a16:creationId xmlns:a16="http://schemas.microsoft.com/office/drawing/2014/main" id="{01193C06-A038-FCA9-21D2-28842C6C8DA1}"/>
              </a:ext>
            </a:extLst>
          </p:cNvPr>
          <p:cNvPicPr>
            <a:picLocks noChangeAspect="1"/>
          </p:cNvPicPr>
          <p:nvPr/>
        </p:nvPicPr>
        <p:blipFill>
          <a:blip r:embed="rId3"/>
          <a:stretch>
            <a:fillRect/>
          </a:stretch>
        </p:blipFill>
        <p:spPr>
          <a:xfrm>
            <a:off x="1855960" y="3216391"/>
            <a:ext cx="7900657" cy="2834714"/>
          </a:xfrm>
          <a:prstGeom prst="rect">
            <a:avLst/>
          </a:prstGeom>
        </p:spPr>
      </p:pic>
    </p:spTree>
    <p:extLst>
      <p:ext uri="{BB962C8B-B14F-4D97-AF65-F5344CB8AC3E}">
        <p14:creationId xmlns:p14="http://schemas.microsoft.com/office/powerpoint/2010/main" val="447081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24E7DEE-A666-9A67-29C0-E31F074B8789}"/>
              </a:ext>
            </a:extLst>
          </p:cNvPr>
          <p:cNvPicPr>
            <a:picLocks noChangeAspect="1"/>
          </p:cNvPicPr>
          <p:nvPr/>
        </p:nvPicPr>
        <p:blipFill>
          <a:blip r:embed="rId2"/>
          <a:stretch>
            <a:fillRect/>
          </a:stretch>
        </p:blipFill>
        <p:spPr>
          <a:xfrm>
            <a:off x="1674891" y="162024"/>
            <a:ext cx="7872525" cy="1173861"/>
          </a:xfrm>
          <a:prstGeom prst="rect">
            <a:avLst/>
          </a:prstGeom>
        </p:spPr>
      </p:pic>
      <p:sp>
        <p:nvSpPr>
          <p:cNvPr id="13" name="TextBox 12">
            <a:extLst>
              <a:ext uri="{FF2B5EF4-FFF2-40B4-BE49-F238E27FC236}">
                <a16:creationId xmlns:a16="http://schemas.microsoft.com/office/drawing/2014/main" id="{3E81A92B-6107-CA9F-167E-90ED5B81DA6A}"/>
              </a:ext>
            </a:extLst>
          </p:cNvPr>
          <p:cNvSpPr txBox="1"/>
          <p:nvPr/>
        </p:nvSpPr>
        <p:spPr>
          <a:xfrm>
            <a:off x="1162615" y="1453580"/>
            <a:ext cx="8995373" cy="4662815"/>
          </a:xfrm>
          <a:prstGeom prst="rect">
            <a:avLst/>
          </a:prstGeom>
          <a:noFill/>
        </p:spPr>
        <p:txBody>
          <a:bodyPr wrap="square">
            <a:spAutoFit/>
          </a:bodyPr>
          <a:lstStyle/>
          <a:p>
            <a:pPr>
              <a:spcBef>
                <a:spcPts val="600"/>
              </a:spcBef>
            </a:pPr>
            <a:r>
              <a:rPr lang="en-US" sz="1400" b="1" dirty="0">
                <a:solidFill>
                  <a:srgbClr val="002060"/>
                </a:solidFill>
                <a:latin typeface="Berlin Sans FB" panose="020E0602020502020306" pitchFamily="34" charset="0"/>
              </a:rPr>
              <a:t>Members and ISACA certification holders shall:</a:t>
            </a:r>
          </a:p>
          <a:p>
            <a:pPr>
              <a:spcBef>
                <a:spcPts val="600"/>
              </a:spcBef>
              <a:buFont typeface="+mj-lt"/>
              <a:buAutoNum type="arabicPeriod"/>
            </a:pPr>
            <a:r>
              <a:rPr lang="en-US" sz="1400" dirty="0">
                <a:solidFill>
                  <a:srgbClr val="002060"/>
                </a:solidFill>
                <a:latin typeface="Berlin Sans FB" panose="020E0602020502020306" pitchFamily="34" charset="0"/>
              </a:rPr>
              <a:t>Support the implementation of, and encourage compliance with, appropriate standards and procedures for the effective governance and management of enterprise information systems and technology, including: audit, control, security and risk management.</a:t>
            </a:r>
          </a:p>
          <a:p>
            <a:pPr>
              <a:spcBef>
                <a:spcPts val="600"/>
              </a:spcBef>
              <a:buFont typeface="+mj-lt"/>
              <a:buAutoNum type="arabicPeriod"/>
            </a:pPr>
            <a:r>
              <a:rPr lang="en-US" sz="1400" dirty="0">
                <a:solidFill>
                  <a:srgbClr val="002060"/>
                </a:solidFill>
                <a:latin typeface="Berlin Sans FB" panose="020E0602020502020306" pitchFamily="34" charset="0"/>
              </a:rPr>
              <a:t>Perform their duties with objectivity, due diligence and professional care, in accordance with professional standards.</a:t>
            </a:r>
          </a:p>
          <a:p>
            <a:pPr>
              <a:spcBef>
                <a:spcPts val="600"/>
              </a:spcBef>
              <a:buFont typeface="+mj-lt"/>
              <a:buAutoNum type="arabicPeriod"/>
            </a:pPr>
            <a:r>
              <a:rPr lang="en-US" sz="1400" dirty="0">
                <a:solidFill>
                  <a:srgbClr val="002060"/>
                </a:solidFill>
                <a:latin typeface="Berlin Sans FB" panose="020E0602020502020306" pitchFamily="34" charset="0"/>
              </a:rPr>
              <a:t>Serve in the interest of stakeholders in a lawful manner, while maintaining high standards of conduct and character, and not discrediting their profession or the Association.</a:t>
            </a:r>
          </a:p>
          <a:p>
            <a:pPr>
              <a:spcBef>
                <a:spcPts val="600"/>
              </a:spcBef>
              <a:buFont typeface="+mj-lt"/>
              <a:buAutoNum type="arabicPeriod"/>
            </a:pPr>
            <a:r>
              <a:rPr lang="en-US" sz="1400" dirty="0">
                <a:solidFill>
                  <a:srgbClr val="002060"/>
                </a:solidFill>
                <a:latin typeface="Berlin Sans FB" panose="020E0602020502020306" pitchFamily="34" charset="0"/>
              </a:rPr>
              <a:t>Maintain the privacy and confidentiality of information obtained in the course of their activities unless disclosure is required by legal authority. Such information shall not be used for personal benefit or released to inappropriate parties.</a:t>
            </a:r>
          </a:p>
          <a:p>
            <a:pPr>
              <a:spcBef>
                <a:spcPts val="600"/>
              </a:spcBef>
              <a:buFont typeface="+mj-lt"/>
              <a:buAutoNum type="arabicPeriod"/>
            </a:pPr>
            <a:r>
              <a:rPr lang="en-US" sz="1400" dirty="0">
                <a:solidFill>
                  <a:srgbClr val="002060"/>
                </a:solidFill>
                <a:latin typeface="Berlin Sans FB" panose="020E0602020502020306" pitchFamily="34" charset="0"/>
              </a:rPr>
              <a:t>Maintain competency in their respective fields and agree to undertake only those activities they can reasonably expect to complete with the necessary skills, knowledge and competence.</a:t>
            </a:r>
          </a:p>
          <a:p>
            <a:pPr>
              <a:spcBef>
                <a:spcPts val="600"/>
              </a:spcBef>
              <a:buFont typeface="+mj-lt"/>
              <a:buAutoNum type="arabicPeriod"/>
            </a:pPr>
            <a:r>
              <a:rPr lang="en-US" sz="1400" dirty="0">
                <a:solidFill>
                  <a:srgbClr val="002060"/>
                </a:solidFill>
                <a:latin typeface="Berlin Sans FB" panose="020E0602020502020306" pitchFamily="34" charset="0"/>
              </a:rPr>
              <a:t>Inform appropriate parties of the results of work performed including the disclosure of all significant facts known to them that, if not disclosed, may distort the reporting of the results.</a:t>
            </a:r>
          </a:p>
          <a:p>
            <a:pPr>
              <a:spcBef>
                <a:spcPts val="600"/>
              </a:spcBef>
              <a:buFont typeface="+mj-lt"/>
              <a:buAutoNum type="arabicPeriod"/>
            </a:pPr>
            <a:r>
              <a:rPr lang="en-US" sz="1400" dirty="0">
                <a:solidFill>
                  <a:srgbClr val="002060"/>
                </a:solidFill>
                <a:latin typeface="Berlin Sans FB" panose="020E0602020502020306" pitchFamily="34" charset="0"/>
              </a:rPr>
              <a:t>Support the professional education of stakeholders in enhancing their understanding of the governance and management of enterprise information systems and technology, including: audit, control, security and risk management.</a:t>
            </a:r>
          </a:p>
          <a:p>
            <a:pPr>
              <a:spcBef>
                <a:spcPts val="600"/>
              </a:spcBef>
              <a:buFont typeface="+mj-lt"/>
              <a:buAutoNum type="arabicPeriod"/>
            </a:pPr>
            <a:endParaRPr lang="en-US" sz="1400" dirty="0">
              <a:solidFill>
                <a:srgbClr val="002060"/>
              </a:solidFill>
              <a:latin typeface="Berlin Sans FB" panose="020E0602020502020306" pitchFamily="34" charset="0"/>
            </a:endParaRPr>
          </a:p>
          <a:p>
            <a:pPr>
              <a:spcBef>
                <a:spcPts val="600"/>
              </a:spcBef>
            </a:pPr>
            <a:r>
              <a:rPr lang="en-US" sz="1400" i="1" dirty="0">
                <a:solidFill>
                  <a:srgbClr val="C00000"/>
                </a:solidFill>
                <a:effectLst>
                  <a:outerShdw blurRad="38100" dist="38100" dir="2700000" algn="tl">
                    <a:srgbClr val="000000">
                      <a:alpha val="43137"/>
                    </a:srgbClr>
                  </a:outerShdw>
                </a:effectLst>
                <a:latin typeface="Berlin Sans FB" panose="020E0602020502020306" pitchFamily="34" charset="0"/>
              </a:rPr>
              <a:t>Failure to comply with this Code of Professional Ethics can result in an investigation into a member's or certification holder's conduct and, ultimately, in disciplinary measures.</a:t>
            </a:r>
            <a:endParaRPr lang="en-US" sz="1400" dirty="0">
              <a:solidFill>
                <a:srgbClr val="C00000"/>
              </a:solidFill>
              <a:effectLst>
                <a:outerShdw blurRad="38100" dist="38100" dir="2700000" algn="tl">
                  <a:srgbClr val="000000">
                    <a:alpha val="43137"/>
                  </a:srgbClr>
                </a:outerShdw>
              </a:effectLst>
              <a:latin typeface="Berlin Sans FB" panose="020E0602020502020306" pitchFamily="34" charset="0"/>
            </a:endParaRPr>
          </a:p>
        </p:txBody>
      </p:sp>
    </p:spTree>
    <p:extLst>
      <p:ext uri="{BB962C8B-B14F-4D97-AF65-F5344CB8AC3E}">
        <p14:creationId xmlns:p14="http://schemas.microsoft.com/office/powerpoint/2010/main" val="1061912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1B9FAD-F939-324B-592B-21FC99E5EF24}"/>
              </a:ext>
            </a:extLst>
          </p:cNvPr>
          <p:cNvPicPr>
            <a:picLocks noChangeAspect="1"/>
          </p:cNvPicPr>
          <p:nvPr/>
        </p:nvPicPr>
        <p:blipFill rotWithShape="1">
          <a:blip r:embed="rId2">
            <a:extLst>
              <a:ext uri="{28A0092B-C50C-407E-A947-70E740481C1C}">
                <a14:useLocalDpi xmlns:a14="http://schemas.microsoft.com/office/drawing/2010/main" val="0"/>
              </a:ext>
            </a:extLst>
          </a:blip>
          <a:srcRect t="10059"/>
          <a:stretch/>
        </p:blipFill>
        <p:spPr>
          <a:xfrm>
            <a:off x="0" y="0"/>
            <a:ext cx="12192000" cy="6312568"/>
          </a:xfrm>
          <a:prstGeom prst="rect">
            <a:avLst/>
          </a:prstGeom>
        </p:spPr>
      </p:pic>
    </p:spTree>
    <p:extLst>
      <p:ext uri="{BB962C8B-B14F-4D97-AF65-F5344CB8AC3E}">
        <p14:creationId xmlns:p14="http://schemas.microsoft.com/office/powerpoint/2010/main" val="39646001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86302E-F7CE-89EF-2E67-807CBCADA8D7}"/>
              </a:ext>
            </a:extLst>
          </p:cNvPr>
          <p:cNvPicPr>
            <a:picLocks noChangeAspect="1"/>
          </p:cNvPicPr>
          <p:nvPr/>
        </p:nvPicPr>
        <p:blipFill rotWithShape="1">
          <a:blip r:embed="rId2">
            <a:extLst>
              <a:ext uri="{28A0092B-C50C-407E-A947-70E740481C1C}">
                <a14:useLocalDpi xmlns:a14="http://schemas.microsoft.com/office/drawing/2010/main" val="0"/>
              </a:ext>
            </a:extLst>
          </a:blip>
          <a:srcRect t="8889"/>
          <a:stretch/>
        </p:blipFill>
        <p:spPr>
          <a:xfrm>
            <a:off x="0" y="0"/>
            <a:ext cx="12192000" cy="6248400"/>
          </a:xfrm>
          <a:prstGeom prst="rect">
            <a:avLst/>
          </a:prstGeom>
        </p:spPr>
      </p:pic>
    </p:spTree>
    <p:extLst>
      <p:ext uri="{BB962C8B-B14F-4D97-AF65-F5344CB8AC3E}">
        <p14:creationId xmlns:p14="http://schemas.microsoft.com/office/powerpoint/2010/main" val="31277568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BAA2EB-49F4-CF17-F4F5-76F50B54B7A1}"/>
              </a:ext>
            </a:extLst>
          </p:cNvPr>
          <p:cNvPicPr>
            <a:picLocks noChangeAspect="1"/>
          </p:cNvPicPr>
          <p:nvPr/>
        </p:nvPicPr>
        <p:blipFill rotWithShape="1">
          <a:blip r:embed="rId2">
            <a:extLst>
              <a:ext uri="{28A0092B-C50C-407E-A947-70E740481C1C}">
                <a14:useLocalDpi xmlns:a14="http://schemas.microsoft.com/office/drawing/2010/main" val="0"/>
              </a:ext>
            </a:extLst>
          </a:blip>
          <a:srcRect t="9006"/>
          <a:stretch/>
        </p:blipFill>
        <p:spPr>
          <a:xfrm>
            <a:off x="0" y="0"/>
            <a:ext cx="12192000" cy="6240379"/>
          </a:xfrm>
          <a:prstGeom prst="rect">
            <a:avLst/>
          </a:prstGeom>
        </p:spPr>
      </p:pic>
    </p:spTree>
    <p:extLst>
      <p:ext uri="{BB962C8B-B14F-4D97-AF65-F5344CB8AC3E}">
        <p14:creationId xmlns:p14="http://schemas.microsoft.com/office/powerpoint/2010/main" val="2783441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64F9A8-68AD-2CFD-F702-05AA679D8B48}"/>
              </a:ext>
            </a:extLst>
          </p:cNvPr>
          <p:cNvPicPr>
            <a:picLocks noChangeAspect="1"/>
          </p:cNvPicPr>
          <p:nvPr/>
        </p:nvPicPr>
        <p:blipFill rotWithShape="1">
          <a:blip r:embed="rId2">
            <a:extLst>
              <a:ext uri="{28A0092B-C50C-407E-A947-70E740481C1C}">
                <a14:useLocalDpi xmlns:a14="http://schemas.microsoft.com/office/drawing/2010/main" val="0"/>
              </a:ext>
            </a:extLst>
          </a:blip>
          <a:srcRect t="7486"/>
          <a:stretch/>
        </p:blipFill>
        <p:spPr>
          <a:xfrm>
            <a:off x="0" y="0"/>
            <a:ext cx="12192000" cy="6344653"/>
          </a:xfrm>
          <a:prstGeom prst="rect">
            <a:avLst/>
          </a:prstGeom>
        </p:spPr>
      </p:pic>
    </p:spTree>
    <p:extLst>
      <p:ext uri="{BB962C8B-B14F-4D97-AF65-F5344CB8AC3E}">
        <p14:creationId xmlns:p14="http://schemas.microsoft.com/office/powerpoint/2010/main" val="12205243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644</TotalTime>
  <Words>984</Words>
  <Application>Microsoft Office PowerPoint</Application>
  <PresentationFormat>Widescreen</PresentationFormat>
  <Paragraphs>78</Paragraphs>
  <Slides>25</Slides>
  <Notes>2</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25</vt:i4>
      </vt:variant>
    </vt:vector>
  </HeadingPairs>
  <TitlesOfParts>
    <vt:vector size="36" baseType="lpstr">
      <vt:lpstr>Arial</vt:lpstr>
      <vt:lpstr>Berlin Sans FB</vt:lpstr>
      <vt:lpstr>Berlin Sans FB Demi</vt:lpstr>
      <vt:lpstr>Calibri</vt:lpstr>
      <vt:lpstr>Calibri Light</vt:lpstr>
      <vt:lpstr>Corbel</vt:lpstr>
      <vt:lpstr>Segoe UI</vt:lpstr>
      <vt:lpstr>Wingdings</vt:lpstr>
      <vt:lpstr>Office Theme</vt:lpstr>
      <vt:lpstr>Retrospect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YOUSSRY KHATTAB</dc:creator>
  <cp:lastModifiedBy>YOUSSRY KHATTAB</cp:lastModifiedBy>
  <cp:revision>16</cp:revision>
  <dcterms:created xsi:type="dcterms:W3CDTF">2022-11-05T18:20:03Z</dcterms:created>
  <dcterms:modified xsi:type="dcterms:W3CDTF">2023-07-28T09:54:40Z</dcterms:modified>
</cp:coreProperties>
</file>