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54" r:id="rId3"/>
    <p:sldId id="2855" r:id="rId4"/>
    <p:sldId id="2856" r:id="rId5"/>
    <p:sldId id="2857" r:id="rId6"/>
    <p:sldId id="2858" r:id="rId7"/>
    <p:sldId id="2859" r:id="rId8"/>
    <p:sldId id="2860" r:id="rId9"/>
    <p:sldId id="2861" r:id="rId10"/>
    <p:sldId id="2862" r:id="rId11"/>
    <p:sldId id="2863" r:id="rId12"/>
    <p:sldId id="2864" r:id="rId13"/>
    <p:sldId id="2865" r:id="rId14"/>
    <p:sldId id="2866" r:id="rId15"/>
    <p:sldId id="2867" r:id="rId16"/>
    <p:sldId id="2868" r:id="rId17"/>
    <p:sldId id="2869" r:id="rId18"/>
    <p:sldId id="2870" r:id="rId19"/>
    <p:sldId id="2871" r:id="rId20"/>
    <p:sldId id="2872" r:id="rId21"/>
    <p:sldId id="2873" r:id="rId22"/>
    <p:sldId id="2874" r:id="rId23"/>
    <p:sldId id="2875" r:id="rId24"/>
    <p:sldId id="2876" r:id="rId25"/>
    <p:sldId id="2877" r:id="rId26"/>
    <p:sldId id="2878" r:id="rId27"/>
    <p:sldId id="2879" r:id="rId28"/>
    <p:sldId id="2880" r:id="rId29"/>
    <p:sldId id="2881" r:id="rId30"/>
    <p:sldId id="2882" r:id="rId31"/>
    <p:sldId id="2883" r:id="rId32"/>
    <p:sldId id="2884" r:id="rId33"/>
    <p:sldId id="2885" r:id="rId34"/>
    <p:sldId id="2886" r:id="rId35"/>
    <p:sldId id="2887" r:id="rId36"/>
    <p:sldId id="2888" r:id="rId37"/>
    <p:sldId id="2889" r:id="rId38"/>
    <p:sldId id="2890" r:id="rId39"/>
    <p:sldId id="2891" r:id="rId40"/>
    <p:sldId id="2892" r:id="rId41"/>
    <p:sldId id="2893" r:id="rId42"/>
    <p:sldId id="2894" r:id="rId43"/>
    <p:sldId id="2895" r:id="rId44"/>
    <p:sldId id="2896" r:id="rId45"/>
    <p:sldId id="2897" r:id="rId46"/>
    <p:sldId id="2898" r:id="rId47"/>
    <p:sldId id="2899" r:id="rId48"/>
    <p:sldId id="2900" r:id="rId49"/>
    <p:sldId id="2901" r:id="rId50"/>
    <p:sldId id="2902" r:id="rId51"/>
    <p:sldId id="2903" r:id="rId52"/>
    <p:sldId id="2904" r:id="rId53"/>
    <p:sldId id="2905" r:id="rId54"/>
    <p:sldId id="2906" r:id="rId55"/>
    <p:sldId id="2907" r:id="rId56"/>
    <p:sldId id="2908" r:id="rId57"/>
    <p:sldId id="2909" r:id="rId58"/>
    <p:sldId id="2910" r:id="rId59"/>
    <p:sldId id="2911" r:id="rId60"/>
    <p:sldId id="2912" r:id="rId61"/>
    <p:sldId id="2913" r:id="rId62"/>
    <p:sldId id="2914" r:id="rId63"/>
    <p:sldId id="2915" r:id="rId64"/>
    <p:sldId id="2916" r:id="rId65"/>
    <p:sldId id="2917" r:id="rId66"/>
    <p:sldId id="2919" r:id="rId67"/>
    <p:sldId id="2918" r:id="rId68"/>
    <p:sldId id="2920" r:id="rId69"/>
    <p:sldId id="2921" r:id="rId70"/>
    <p:sldId id="2922" r:id="rId71"/>
    <p:sldId id="2923" r:id="rId72"/>
    <p:sldId id="2924" r:id="rId73"/>
    <p:sldId id="2925" r:id="rId74"/>
    <p:sldId id="2926" r:id="rId75"/>
    <p:sldId id="2927" r:id="rId76"/>
    <p:sldId id="2928" r:id="rId77"/>
    <p:sldId id="2929" r:id="rId78"/>
    <p:sldId id="2930" r:id="rId79"/>
    <p:sldId id="2931" r:id="rId80"/>
    <p:sldId id="2932" r:id="rId81"/>
    <p:sldId id="2933" r:id="rId82"/>
    <p:sldId id="2934" r:id="rId83"/>
    <p:sldId id="2935" r:id="rId84"/>
    <p:sldId id="2936" r:id="rId85"/>
    <p:sldId id="2937" r:id="rId86"/>
    <p:sldId id="2938" r:id="rId87"/>
    <p:sldId id="2939" r:id="rId88"/>
    <p:sldId id="2940" r:id="rId89"/>
    <p:sldId id="2941" r:id="rId90"/>
    <p:sldId id="2942" r:id="rId91"/>
    <p:sldId id="2943" r:id="rId92"/>
    <p:sldId id="2944" r:id="rId93"/>
    <p:sldId id="2945" r:id="rId94"/>
    <p:sldId id="2946" r:id="rId95"/>
    <p:sldId id="2947" r:id="rId96"/>
    <p:sldId id="2948" r:id="rId97"/>
    <p:sldId id="2949" r:id="rId98"/>
    <p:sldId id="2950" r:id="rId99"/>
    <p:sldId id="2951" r:id="rId100"/>
    <p:sldId id="2952" r:id="rId101"/>
    <p:sldId id="2953" r:id="rId102"/>
    <p:sldId id="2954" r:id="rId103"/>
    <p:sldId id="2955" r:id="rId104"/>
    <p:sldId id="2956" r:id="rId105"/>
    <p:sldId id="2957" r:id="rId106"/>
    <p:sldId id="2958" r:id="rId107"/>
    <p:sldId id="2959" r:id="rId108"/>
    <p:sldId id="2960" r:id="rId109"/>
    <p:sldId id="2961" r:id="rId110"/>
    <p:sldId id="2962" r:id="rId111"/>
    <p:sldId id="2963" r:id="rId112"/>
    <p:sldId id="2964" r:id="rId113"/>
    <p:sldId id="2965" r:id="rId114"/>
    <p:sldId id="2966" r:id="rId115"/>
    <p:sldId id="2967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presProps" Target="pres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E367-7F8D-8E77-9D77-23BBE0EB7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7285C2-6F93-F6C2-4B33-FDC1DDC6F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AE60-0EE1-F3EB-D31F-3EDD217F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D2CC3-2531-28E3-5533-D75B7C33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72DC7-B019-E119-96B5-37882BD9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1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8D0EA-1EA4-3776-9704-C8BAE88CD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BEA29-A8DC-A38B-D2EA-7C1B7BE49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9CF72-151A-9B57-CFBC-4C6A6251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88AEC-B5BA-D635-E375-92F88051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8A94E-CF99-4F3A-1A8D-3B6C3856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1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96A4-CF80-A281-449D-22A9392DB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1D4D-4E59-17CA-91EB-688CE72CB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913F1-8602-68BF-7D66-EEA20958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BF3D-7710-A9AB-7F97-580B1E7D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BAF3A-EDD4-726A-2FD1-B31AF369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6295-2AED-A9C4-D274-99729ECC4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F07B-57A2-05F7-940A-95211DEC5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0B686-0A2D-1AA8-C8B1-E05067606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6EB1A-32EF-8892-D732-6E3F1AAB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89379-A1B7-25B6-3823-74695C03C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4B373-5BF1-A099-4C8D-EB9E80CA5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5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07CD-94DB-6B06-3EC4-FD60542B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B68E1-826B-8D48-5C00-121A0866E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74921-6B55-D33F-4655-8C89A010A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14F10-BBB8-4BAB-D168-1E0DB6D3C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C39E4-ED9F-3CFA-D478-6C090D6D3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BFCA75-2848-5E72-533C-58B5A291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F3166-A644-C09D-7D1C-E5F3227D1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F71CB-4EB8-F5CC-F1DF-34BBBFEA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230B5-8977-582C-AB64-426A92CC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DB086-C4F8-D857-EAA5-43CA4751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821D2-B295-A7E2-9859-FDC06BBF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BD276-DD41-B89F-4562-10C73D96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17FCB-6B0D-DFBD-9A88-0ECAA34A8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E0C25-EA16-6D80-7667-2CA8FB24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843DC-A3BA-7CCA-3870-AE15D52A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F30C8-FD4A-801E-07F8-B033D65A0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C4FA-BF72-3936-8F11-71FCC624F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B3B56-90D1-F6F2-57AE-D808A7F31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E1354-D687-4A02-DB34-A0CB0FAF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4BF45-59A8-8E80-7B3C-5A650412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BEB23-9273-8932-34BC-DE33557F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3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4067-9325-244A-7DFE-445266E53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F13B62-8E8F-4681-2E11-58546DD3F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AF923-2125-9F6A-B213-45EDBEC16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254E2-BD30-DAC9-ABF0-56A84BFE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0DDD7-4CEF-2B6E-4195-BDED5CDC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F5FA1-6D5E-F3C5-C61E-CE85F01C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4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C04D-5EA5-EDF1-4113-E9676868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A592B-2D5A-1664-774D-D378389DC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EF621-E60D-F98C-A4A6-421C2093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D0DCB-A031-5878-F3C5-74F8A218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53793-DFAC-9F9E-EE25-D33095C4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D23766-7312-57C7-7B27-705868898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4941D-AF79-C98C-305B-14F76905E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174A5-6584-FBDE-B432-DC66B1DAC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9ECD5-5304-0910-2086-2766D87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A6EEE-E153-5729-F543-5894E1C6E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14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972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63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988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3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97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24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13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313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89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243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4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94E29-E066-B025-8D5A-32355832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6C527-1635-6D24-A503-3E70C9DAD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C472-D340-2606-A2FF-30246B26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BBBE3-1817-4AFE-93F2-F2BEB0B3678F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FF40F-01DA-8EEF-6508-3AA5BC020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1E66D-FA6A-321C-5CA0-C421076420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B76D-3C8C-4372-893A-56417C315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1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072490D-569B-4A9C-B9BB-4F77B651EC5B}" type="datetimeFigureOut">
              <a:rPr lang="en-US" smtClean="0"/>
              <a:t>6/9/2023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8629BCD-CBB7-492B-AC0D-782C189D9EB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47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1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1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1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1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18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18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1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1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18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18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1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1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1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1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1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1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18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18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18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emf"/><Relationship Id="rId1" Type="http://schemas.openxmlformats.org/officeDocument/2006/relationships/slideLayout" Target="../slideLayouts/slideLayout18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18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18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1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1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1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18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1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1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1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1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174CA5-48AF-A3FA-A28C-0323E1EA97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68"/>
          <a:stretch/>
        </p:blipFill>
        <p:spPr>
          <a:xfrm>
            <a:off x="927668" y="1828800"/>
            <a:ext cx="10164726" cy="207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74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58956-6DD7-03D0-0FDF-E267CA3D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46" y="2113156"/>
            <a:ext cx="10419907" cy="263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5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938C76-FF88-D2FF-6200-6115DB264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2509024"/>
            <a:ext cx="10590028" cy="183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19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86231-3A4F-713C-2ED0-FFD630C3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1923585"/>
            <a:ext cx="10334847" cy="301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9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E6CBB6-3A2A-F6D1-E1BB-B40962B6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1" y="2358483"/>
            <a:ext cx="10547498" cy="214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2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550BDF-4311-8195-47A4-F5A6208F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1444083"/>
            <a:ext cx="10334847" cy="396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9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B2C619-3F0C-1B74-2C39-96238C188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2408663"/>
            <a:ext cx="10462437" cy="204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E5A63-FCCF-1FA9-8AF0-3CC90BDB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02" y="1678258"/>
            <a:ext cx="10122195" cy="350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5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FEBCC-5F86-A937-9EAF-4EF3292D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1" y="2364058"/>
            <a:ext cx="10632558" cy="212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50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B2F30-1C02-909A-EB07-0E5088A09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90" y="1753944"/>
            <a:ext cx="10717619" cy="30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62CBB4-FDA8-AA6E-9A87-7A31A774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5" y="2207941"/>
            <a:ext cx="10760149" cy="24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8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6C52D-C003-FA71-4900-9CAAB14E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1750741"/>
            <a:ext cx="10590028" cy="335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77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E604A-F07D-4B50-3F5A-B7AB45CA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2403088"/>
            <a:ext cx="10462437" cy="205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93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6D5E8-93C2-F6F3-B340-8B0A48E02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1862253"/>
            <a:ext cx="10845209" cy="313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F2441-2A37-3B31-BAD2-C73DB46A1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02" y="2453268"/>
            <a:ext cx="10122195" cy="195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67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5A23-A797-EBC9-873B-7CFE906DC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1505414"/>
            <a:ext cx="10590028" cy="384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0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F1875-0B11-BC97-5013-C373D4EDA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1" y="2358483"/>
            <a:ext cx="10632558" cy="214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03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4B323-414E-9D7A-FC1A-B4CEF45FD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11" y="1873405"/>
            <a:ext cx="10377377" cy="311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29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C4ABF8-3E97-C393-8922-E4C0A553E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60" y="2469995"/>
            <a:ext cx="8973879" cy="191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83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B883C-9476-AF6B-0295-9CB0DEB1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1957039"/>
            <a:ext cx="10462437" cy="294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0A6B54-F11A-8324-C0A4-65D6B31F0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46" y="2475570"/>
            <a:ext cx="10419907" cy="19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87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E9D01-904D-933E-78FB-3D09F0F8F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6" y="1929161"/>
            <a:ext cx="10675088" cy="29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5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DE4466-38E2-0A1F-267A-D045D3951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5" y="2336180"/>
            <a:ext cx="10760149" cy="21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91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75136-96C7-66C7-5C21-56294452B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46" y="2113156"/>
            <a:ext cx="10419907" cy="263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77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F1C5EE-31FD-029D-F6F9-32F646C4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09" y="2520175"/>
            <a:ext cx="9399181" cy="181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17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564AD8-0A90-0C57-8D22-2D6EE397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39" y="2313878"/>
            <a:ext cx="9314121" cy="223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986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E9EA3-B7C4-4F4F-CA81-B253193F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35" y="2442117"/>
            <a:ext cx="11015330" cy="197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80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1669E5-071C-E89C-F84E-E087CD868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1" y="2141034"/>
            <a:ext cx="10547498" cy="257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39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0642C-25F3-EC46-769F-698F53615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16" y="2375210"/>
            <a:ext cx="10504967" cy="21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21F74-CB9D-2674-B15E-0D9A3E1A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1" y="1444083"/>
            <a:ext cx="10547498" cy="396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33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FA5F23-F30C-1E7A-C8AB-4A51BFAE5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44" y="2486722"/>
            <a:ext cx="11270512" cy="188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89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6FF73-A624-835E-9DE3-EEEF41DB9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6" y="1806497"/>
            <a:ext cx="10675088" cy="324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35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D5EDF-D52D-D777-A662-432707E42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809" y="2564780"/>
            <a:ext cx="7570381" cy="172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89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421AF-AAF5-8F8E-240F-A97EA36D8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2" y="2068551"/>
            <a:ext cx="10292316" cy="27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57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EA37D-FCE3-8B3D-38BE-5A5CBD349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2475570"/>
            <a:ext cx="10845209" cy="19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88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8CF87-C86C-A453-4D3B-2DE9A3AA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2174488"/>
            <a:ext cx="10334847" cy="250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551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A2FDE-2122-63CE-5DAA-41299846B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83" y="2514600"/>
            <a:ext cx="778303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90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C2B9EA-1523-9687-5BFD-DDCED938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02" y="1661531"/>
            <a:ext cx="10122195" cy="35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158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5D9FC-3751-C517-12DF-BC673F6DC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2430966"/>
            <a:ext cx="10845209" cy="199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07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2C590-106D-70BE-206B-060664598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1667107"/>
            <a:ext cx="10334847" cy="352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33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4041B-4000-0E4C-E09E-0145802DC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79" y="2419814"/>
            <a:ext cx="9484242" cy="201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539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1B9B1-DE37-8D30-66DA-7BAF8EF0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6" y="1813833"/>
            <a:ext cx="10675088" cy="327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735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BE0999-9194-2190-F01D-F62FCA16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2447692"/>
            <a:ext cx="10845209" cy="196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940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CF242-BCA3-5862-17A4-50E287F9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72" y="1748687"/>
            <a:ext cx="10207256" cy="345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031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16DA6C-24F4-775A-0AE3-1985B5E1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97" y="2481146"/>
            <a:ext cx="9994605" cy="18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020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1A9DB-F3CF-2F32-4EA3-212995255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2" y="1795346"/>
            <a:ext cx="10292316" cy="326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7945A-95FF-8150-10A6-94FF406C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58" y="2536902"/>
            <a:ext cx="9824484" cy="17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78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BB6F48-C86E-E3E0-C808-AFFB759C8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1839951"/>
            <a:ext cx="10462437" cy="317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30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CDF00-92B0-C10C-79AA-2EC65BE4A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97" y="2481146"/>
            <a:ext cx="9994605" cy="18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4574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4B0D8E-F593-7626-F384-EB2F4A7E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1890131"/>
            <a:ext cx="10334847" cy="30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2639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E4757C-ED14-9627-71C9-D088A1B2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2525751"/>
            <a:ext cx="10590028" cy="18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067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7669C-FA1D-9835-D006-01117EB4E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1" y="1756317"/>
            <a:ext cx="10632558" cy="334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792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E15598-560A-7170-FEAD-8710870E2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65" y="1828800"/>
            <a:ext cx="1093027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685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59F8E0-EED6-84AE-FA9C-FA421F3EF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46" y="1589049"/>
            <a:ext cx="10419907" cy="367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426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A685C4-020F-D7C7-D03A-1D2158F5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65" y="2525751"/>
            <a:ext cx="9101470" cy="18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422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9E48E5-EDDD-7F62-2865-BD2CC8CAC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16" y="1947648"/>
            <a:ext cx="10504967" cy="301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1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3E8E0-43BB-8B27-FB36-8A79D6CB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30" y="2380785"/>
            <a:ext cx="10887740" cy="209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565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EB7C64-9582-FA35-A293-BF554ADFD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1583473"/>
            <a:ext cx="10334847" cy="369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66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6CC00-CCD2-AF7F-F55B-FB90C1202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93" y="2486722"/>
            <a:ext cx="9867014" cy="188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651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D4D1C-EB01-2753-B4C4-CDA9D434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46" y="2185639"/>
            <a:ext cx="10419907" cy="24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866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809F09-5061-9139-FBF6-CEE4BD9BE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5" y="2375210"/>
            <a:ext cx="10760149" cy="21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750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7B0FF-87B6-F316-732F-D5241534F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1990492"/>
            <a:ext cx="10462437" cy="28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664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2634B-D5E5-4970-9294-6C37CBCB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21" y="2564780"/>
            <a:ext cx="10632558" cy="172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93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98EAE1-9604-8FEF-521A-5ED93ADE9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90" y="1895707"/>
            <a:ext cx="10717619" cy="30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2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454B13-E6DF-3C1C-3C87-A74F3B0A7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2" y="2509024"/>
            <a:ext cx="10292316" cy="183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378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7D607B-D4E1-BCCB-3DC2-2EA457048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2263697"/>
            <a:ext cx="10462437" cy="23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861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03A343-5AD4-7E60-5737-CA46275F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6" y="2481146"/>
            <a:ext cx="10675088" cy="189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653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D03E9-7632-CC96-73A5-746DC18B8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2375210"/>
            <a:ext cx="10462437" cy="21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402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642E8-7B4E-4582-5B7E-3AD619F8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75210"/>
            <a:ext cx="10972800" cy="21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62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0C061-BC3A-B13D-845D-C98C397C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6" y="1683834"/>
            <a:ext cx="10675088" cy="349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178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9E9B15-891D-CE63-E6D3-59036D00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749" y="2531327"/>
            <a:ext cx="7740502" cy="17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572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33275-7515-A177-1D3D-990567FC6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781" y="2168912"/>
            <a:ext cx="10462437" cy="252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343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18B5D7-6C14-F31F-D59F-A9D60AF5E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72" y="2475570"/>
            <a:ext cx="8378456" cy="19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737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C7249-1F1C-7D1A-3A3B-AAD3A8E09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63" y="2051824"/>
            <a:ext cx="9952074" cy="27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178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23983-6B3C-8338-1A56-18DAB799E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83" y="2358483"/>
            <a:ext cx="11440633" cy="214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9562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182ED-AE64-DDBF-05F3-0529F91B6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2" y="2135458"/>
            <a:ext cx="10292316" cy="25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890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A69AF0-3267-ABD0-F80A-DB18157B5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2347331"/>
            <a:ext cx="10334847" cy="216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689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13245-D5C2-C3C8-7064-4A2DB50E7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1951463"/>
            <a:ext cx="10334847" cy="295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255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3C62C-B4F8-092F-C786-07C226A42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674" y="2492297"/>
            <a:ext cx="9356651" cy="187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490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87FF0C-7AC2-2774-DA86-D100A562A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2" y="1773044"/>
            <a:ext cx="10292316" cy="331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381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8A271-3EC5-CEE9-DBC4-C35522AA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2" y="2297151"/>
            <a:ext cx="10037135" cy="226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451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18BF8-4763-4FB1-6D67-5FC9C9ADF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228" y="2336180"/>
            <a:ext cx="9909544" cy="218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583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9988A-D467-D558-3ED7-C9E15AADD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97" y="2464419"/>
            <a:ext cx="9994605" cy="19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535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AAB4A5-6A56-71FA-2D3D-CDB39269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2163336"/>
            <a:ext cx="10845209" cy="253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873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47403-E714-4BA2-8852-A1AFE6BD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0" y="2425390"/>
            <a:ext cx="10802679" cy="200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891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9B4BC-5768-B10C-2947-2A6D4431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2213517"/>
            <a:ext cx="10590028" cy="243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020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9E8ACA-F694-2C86-54CF-A3E5F0A39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2442117"/>
            <a:ext cx="10590028" cy="197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7982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3E009-B844-B0FC-CD5F-ED23692E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72" y="2180063"/>
            <a:ext cx="10207256" cy="249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404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6FBB4-ACA9-81DF-AD90-835253AE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02" y="2536902"/>
            <a:ext cx="10122195" cy="17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1353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DFEE6-C6FB-BF1D-278A-246E8753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1" y="2113156"/>
            <a:ext cx="10547498" cy="263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818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3A633-B96B-60A3-7954-22EA1742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56" y="2514600"/>
            <a:ext cx="884628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320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391383-CD94-7AFA-C3C0-0E2C66021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2230244"/>
            <a:ext cx="10334847" cy="23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444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F9195-7CAA-46FF-AF75-B9237D113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2319453"/>
            <a:ext cx="10845209" cy="221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197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0D2AD-BD11-850B-B0ED-9AF6ECBDE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07" y="2051824"/>
            <a:ext cx="10249786" cy="275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383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10429-4816-51E0-69A3-9D58C78F7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5" y="2419814"/>
            <a:ext cx="10760149" cy="201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572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B44ECD-5FB8-5C76-36F7-B40CC7BDC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30" y="2196790"/>
            <a:ext cx="10887740" cy="246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1706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2B888-DC7B-8D45-5808-0ACF27FD2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95" y="2419814"/>
            <a:ext cx="9016409" cy="201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281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EA15C8-2348-3F4C-65F0-1E2B6FF50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72" y="2230244"/>
            <a:ext cx="10207256" cy="23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977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E109E5-483B-CF8C-76B8-8C3DB34CD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37" y="2425390"/>
            <a:ext cx="8335926" cy="200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8297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D511C-1A2D-2DBD-FC82-8172089CE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46" y="1672683"/>
            <a:ext cx="10419907" cy="351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061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A4648-0186-B250-9DCD-A3245CC78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09" y="2531327"/>
            <a:ext cx="9399181" cy="179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7388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87850B-CE85-B733-6F45-087EA57B0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1" y="1884556"/>
            <a:ext cx="10547498" cy="308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2349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EE50C-4E05-FBFA-8375-44524A650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380785"/>
            <a:ext cx="9144000" cy="209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3303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ED366-FF8E-629C-FA6E-39BA345A3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42" y="1388327"/>
            <a:ext cx="10292316" cy="408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62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E84C2-EF55-2F82-138D-E16AAAB43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2509024"/>
            <a:ext cx="10845209" cy="183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163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1DCA11-B699-51FD-185A-53D4E25AC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6" y="1901283"/>
            <a:ext cx="10590028" cy="305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0288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93B9BE-D7BA-720E-2355-5FCD71835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711" y="2525751"/>
            <a:ext cx="8548577" cy="180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6390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5F19F7-2C84-AF6F-5E36-9192678B0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79" y="2297151"/>
            <a:ext cx="9484242" cy="226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933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106AF-AB4D-1BB9-CACF-00D321748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56" y="2375210"/>
            <a:ext cx="10675088" cy="21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545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8ACEB-A060-B8E4-5DD2-DE1E6F56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02" y="1979341"/>
            <a:ext cx="10122195" cy="289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356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07E334-4DE9-AC3F-69CE-3D6257B48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51" y="2302727"/>
            <a:ext cx="10547498" cy="225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2511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6B10B-7F0B-D892-15C6-138273A75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72" y="1081668"/>
            <a:ext cx="10207256" cy="469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6851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41D495-2B1F-673A-D144-73E6E894E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76" y="2492297"/>
            <a:ext cx="10334847" cy="187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5419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6CCAE-ABFC-110D-5F9D-5DE16D12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90" y="1667107"/>
            <a:ext cx="10717619" cy="352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3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2886</TotalTime>
  <Words>0</Words>
  <Application>Microsoft Office PowerPoint</Application>
  <PresentationFormat>Widescreen</PresentationFormat>
  <Paragraphs>0</Paragraphs>
  <Slides>114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114</vt:i4>
      </vt:variant>
    </vt:vector>
  </HeadingPairs>
  <TitlesOfParts>
    <vt:vector size="119" baseType="lpstr">
      <vt:lpstr>Arial</vt:lpstr>
      <vt:lpstr>Calibri</vt:lpstr>
      <vt:lpstr>Calibri Light</vt:lpstr>
      <vt:lpstr>Office Theme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YOUSSRY KHATTAB</dc:creator>
  <cp:lastModifiedBy>YOUSSRY KHATTAB</cp:lastModifiedBy>
  <cp:revision>3</cp:revision>
  <dcterms:created xsi:type="dcterms:W3CDTF">2023-06-09T10:58:33Z</dcterms:created>
  <dcterms:modified xsi:type="dcterms:W3CDTF">2023-06-11T11:05:15Z</dcterms:modified>
</cp:coreProperties>
</file>